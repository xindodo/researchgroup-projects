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76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19456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087" y="274320"/>
            <a:ext cx="6583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枢纽施工扰动下航运系统运输能力与需求波动响应研究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76656"/>
            <a:ext cx="11057839" cy="12801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9184" y="786384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" y="914400"/>
            <a:ext cx="457200" cy="5504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98864" y="786384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98864" y="914400"/>
            <a:ext cx="457200" cy="5504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0" y="3529584"/>
            <a:ext cx="274320" cy="502920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8887968" y="3529584"/>
            <a:ext cx="274320" cy="5029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6112" y="8961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4" y="8961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工期安排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1335024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4" y="1335024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通航政策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17319" y="1773936"/>
            <a:ext cx="146304" cy="182880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6112" y="2048256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枢纽施工·检修场景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施工方案 · 工期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26463" y="3044952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6112" y="3218688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过坝货运量与货种结构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货种构成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运输需求规模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26463" y="4215384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6112" y="4389120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船舶到达流数据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到达流分布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船舶行为特征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426463" y="5385816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6112" y="5559552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通航信息与政策变量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通航政策 · 施工信息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5728" y="786384"/>
            <a:ext cx="6473952" cy="1682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459736" y="850392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一、枢纽施工扰动的通航约束解析与能力折减表征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1298448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通航约束条件刻画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航道通过限制 · 船闸停航窗口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通航时间变化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31792" y="1728216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724400" y="1298448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扰动强度—能力折减映射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建立扰动强度与通航能力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折减之间的量化映射关系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77584" y="1728216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870192" y="1298448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多情景扰动库构建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与检修安排的多情景组合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2578608"/>
            <a:ext cx="6473952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459736" y="2642616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二、施工扰动下航运系统运输能力动态建模   ｜   三、航运需求波动特征提取与响应预测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78608" y="3090672"/>
            <a:ext cx="286207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06624" y="3182112"/>
            <a:ext cx="2606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施工扰动下运输能力动态建模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6624" y="3511296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三层级能力输入:航道 · 船闸 · 船舶运力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06624" y="3913632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运输能力动态表征模型:时间特性与空间瓶颈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6624" y="4315968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能力折减表征:折减幅度与持续时间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24728" y="3090672"/>
            <a:ext cx="286207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52744" y="3182112"/>
            <a:ext cx="2606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航运需求波动特征提取与响应预测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52744" y="3511296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需求数据基础:货运量 · 货种结构 · 到达流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52744" y="3913632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波动特征提取:周期性 · 季节性 · 突发性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52744" y="4315968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响应预测:响应时滞与弹性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504688" y="3776472"/>
            <a:ext cx="256032" cy="201168"/>
          </a:xfrm>
          <a:prstGeom prst="rightArrow">
            <a:avLst/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395728" y="4901184"/>
            <a:ext cx="64739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459736" y="4965192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四、运输能力与需求波动的耦合响应机理   ｜   五、扰动情景下的仿真推演与调控策略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8608" y="5413248"/>
            <a:ext cx="1348739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响应行为识别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待闸排队 · 绕行转运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船型调整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945635" y="5833872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165091" y="5413248"/>
            <a:ext cx="1348739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能力供给与需求波动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耦合响应建模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532119" y="5833872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751576" y="5413248"/>
            <a:ext cx="1348739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失配演化路径与临界阈值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识别劣化阈值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与调节规律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118603" y="5833872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338060" y="5413248"/>
            <a:ext cx="1348739" cy="100584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仿真推演与调控优化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交通流仿真 · 方案评估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0" y="859536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与检修安排的扰动情景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0753344" y="1911095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784080" y="2084832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运输能力动态表征模型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能力折减幅度与持续时间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能力动态演化表征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10753344" y="3136392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784080" y="3310128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能力—需求耦合响应规律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耦合响应机制 · 失配路径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临界阈值与调节规律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10753344" y="4361688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784080" y="4535424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待闸组织 · 运力调配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通航调控优化策略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0" y="5760720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为三峡枢纽施工期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航运保障提供决策支撑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</Words>
  <Application>Microsoft Office PowerPoint</Application>
  <PresentationFormat>宽屏</PresentationFormat>
  <Paragraphs>82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/>
  <cp:keywords/>
  <dc:description>generated using python-pptx</dc:description>
  <cp:lastModifiedBy>子祎 贺</cp:lastModifiedBy>
  <cp:revision>2</cp:revision>
  <dcterms:created xsi:type="dcterms:W3CDTF">2013-01-27T09:14:16Z</dcterms:created>
  <dcterms:modified xsi:type="dcterms:W3CDTF">2026-10-03T03:27:04Z</dcterms:modified>
  <cp:category/>
</cp:coreProperties>
</file>