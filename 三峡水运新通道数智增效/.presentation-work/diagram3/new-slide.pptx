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a99d57cc644d55" /><Relationship Type="http://schemas.openxmlformats.org/officeDocument/2006/relationships/extended-properties" Target="/docProps/app.xml" Id="R09e4e3afcb614751" /><Relationship Type="http://schemas.openxmlformats.org/officeDocument/2006/relationships/officeDocument" Target="/ppt/presentation.xml" Id="Rc6a7f89b5df4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3a4e6f8f194e8e"/>
  </p:sldMasterIdLst>
  <p:notesMasterIdLst>
    <p:notesMasterId xmlns:r="http://schemas.openxmlformats.org/officeDocument/2006/relationships" r:id="R9250078629ab4ead"/>
  </p:notesMasterIdLst>
  <p:sldIdLst>
    <p:sldId xmlns:r="http://schemas.openxmlformats.org/officeDocument/2006/relationships" id="256" r:id="Ra6763bf93620429c"/>
  </p:sldIdLst>
  <p:sldSz cx="12192000" cy="2519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30b1238d24fd7" /><Relationship Type="http://schemas.openxmlformats.org/officeDocument/2006/relationships/slideMaster" Target="/ppt/slideMasters/slideMaster1.xml" Id="Rc43a4e6f8f194e8e" /><Relationship Type="http://schemas.openxmlformats.org/officeDocument/2006/relationships/notesMaster" Target="/ppt/notesMasters/notesMaster1.xml" Id="R9250078629ab4ead" /><Relationship Type="http://schemas.openxmlformats.org/officeDocument/2006/relationships/presProps" Target="/ppt/presProps.xml" Id="Ra5cec7edccb2426b" /><Relationship Type="http://schemas.openxmlformats.org/officeDocument/2006/relationships/tableStyles" Target="/ppt/tableStyles.xml" Id="Rc45c7cfbe0b84584" /><Relationship Type="http://schemas.openxmlformats.org/officeDocument/2006/relationships/slide" Target="/ppt/slides/slide1.xml" Id="Ra6763bf9362042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011d7076e0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98606105584d3f" /><Relationship Type="http://schemas.openxmlformats.org/officeDocument/2006/relationships/notesMaster" Target="/ppt/notesMasters/notesMaster1.xml" Id="R171ce7643ad84e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cabfeb5f648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4851698504ba8" /><Relationship Type="http://schemas.openxmlformats.org/officeDocument/2006/relationships/slideLayout" Target="/ppt/slideLayouts/slideLayout1.xml" Id="R3001d2d603d34e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01d2d603d34e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72c44a22b42c6" /><Relationship Type="http://schemas.openxmlformats.org/officeDocument/2006/relationships/notesSlide" Target="/ppt/notesSlides/notesSlide1.xml" Id="Re8bf203c34d8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23660F7-50A3-4565-B783-FCF80196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E22298BA-8368-44DC-9A58-0360708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67D743D7-4218-45C5-B237-536A135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数据侧栏_4">
            <a:extLst xmlns:a="http://schemas.openxmlformats.org/drawingml/2006/main">
              <a:ext uri="{FF2B5EF4-FFF2-40B4-BE49-F238E27FC236}">
                <a16:creationId xmlns:a16="http://schemas.microsoft.com/office/drawing/2014/main" id="{FB9872B7-A956-4D51-A13C-F83615D7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69088082-080E-452A-A3B5-6B4951A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42224AA7-E450-4684-8A15-642AEEE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85750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19CF0BF7-523A-4FDF-BBDD-0BAAA82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85750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B664C3A6-5CB3-4CAD-AC67-ED8CBAA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763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1B533508-C662-4252-8426-5B38D442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763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900EAD74-A2F9-4F72-83E1-6B0674EA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145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4C41E46C-A2F9-4810-A288-81D26C5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145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 xmlns:a="http://schemas.openxmlformats.org/drawingml/2006/main">
              <a:ext uri="{FF2B5EF4-FFF2-40B4-BE49-F238E27FC236}">
                <a16:creationId xmlns:a16="http://schemas.microsoft.com/office/drawing/2014/main" id="{3DE0E452-13AA-42CA-80C0-13DE6B7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381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F92AA673-EA07-48A8-BD90-5FD02BE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6685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F5730AB4-4631-4A9B-960D-69296A0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2000250"/>
            <a:ext cx="9791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 xmlns:a="http://schemas.openxmlformats.org/drawingml/2006/main">
              <a:ext uri="{FF2B5EF4-FFF2-40B4-BE49-F238E27FC236}">
                <a16:creationId xmlns:a16="http://schemas.microsoft.com/office/drawing/2014/main" id="{8B7E0F7C-5352-4F2B-94D8-F8619AF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38625"/>
            <a:ext cx="1188720" cy="31908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7310CBA7-6CE1-4AB0-8AFE-F821D8E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432435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B39275F2-E259-430E-AEBB-9AC4F77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4857750"/>
            <a:ext cx="97917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 xmlns:a="http://schemas.openxmlformats.org/drawingml/2006/main">
              <a:ext uri="{FF2B5EF4-FFF2-40B4-BE49-F238E27FC236}">
                <a16:creationId xmlns:a16="http://schemas.microsoft.com/office/drawing/2014/main" id="{8FBB5C89-2A2A-487F-942A-E0A5BF34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905750"/>
            <a:ext cx="1188720" cy="2095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6EA48818-C5D4-409C-A7B8-68BEF917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79914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0A3F3E43-485C-4D9E-A20D-CB6565F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8524875"/>
            <a:ext cx="97917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 xmlns:a="http://schemas.openxmlformats.org/drawingml/2006/main">
              <a:ext uri="{FF2B5EF4-FFF2-40B4-BE49-F238E27FC236}">
                <a16:creationId xmlns:a16="http://schemas.microsoft.com/office/drawing/2014/main" id="{3EEFFD75-9924-49E9-B73A-71E4722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0668000"/>
            <a:ext cx="1188720" cy="2857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87511327-A48F-4A2A-AEFA-D1ABB0A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075372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89C46728-50F4-4FB1-B4E8-84D8916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1287125"/>
            <a:ext cx="97917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3107BFED-78DB-48AA-AA3D-DBD78D9D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430750"/>
            <a:ext cx="1188720" cy="3429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A161E673-1908-4072-81F0-80225A3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75164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174B1F81-A8CA-4987-97C5-0194177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8049875"/>
            <a:ext cx="9791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 xmlns:a="http://schemas.openxmlformats.org/drawingml/2006/main">
              <a:ext uri="{FF2B5EF4-FFF2-40B4-BE49-F238E27FC236}">
                <a16:creationId xmlns:a16="http://schemas.microsoft.com/office/drawing/2014/main" id="{6155859D-B864-49A2-B93E-8C26680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86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模块标题背景_28">
            <a:extLst xmlns:a="http://schemas.openxmlformats.org/drawingml/2006/main">
              <a:ext uri="{FF2B5EF4-FFF2-40B4-BE49-F238E27FC236}">
                <a16:creationId xmlns:a16="http://schemas.microsoft.com/office/drawing/2014/main" id="{BA194675-CA34-41D1-8311-825A5EF5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模块标题_29">
            <a:extLst xmlns:a="http://schemas.openxmlformats.org/drawingml/2006/main">
              <a:ext uri="{FF2B5EF4-FFF2-40B4-BE49-F238E27FC236}">
                <a16:creationId xmlns:a16="http://schemas.microsoft.com/office/drawing/2014/main" id="{39C4E5B3-1840-4778-86FE-3A92B51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 xmlns:a="http://schemas.openxmlformats.org/drawingml/2006/main">
              <a:ext uri="{FF2B5EF4-FFF2-40B4-BE49-F238E27FC236}">
                <a16:creationId xmlns:a16="http://schemas.microsoft.com/office/drawing/2014/main" id="{43DFED09-8E5C-45E7-B616-33AAD97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文字_31">
            <a:extLst xmlns:a="http://schemas.openxmlformats.org/drawingml/2006/main">
              <a:ext uri="{FF2B5EF4-FFF2-40B4-BE49-F238E27FC236}">
                <a16:creationId xmlns:a16="http://schemas.microsoft.com/office/drawing/2014/main" id="{B3EFFA97-0921-4EC7-9E62-DC01CC77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6685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475FA31B-8136-42A5-9A3F-3935A096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905000"/>
            <a:ext cx="1607058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阶段、范围与强度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工期、检修与恢复</a:t>
            </a:r>
          </a:p>
        </p:txBody>
      </p:sp>
      <p:sp>
        <p:nvSpPr>
          <p:cNvPr id="33" name="通航约束变化_33">
            <a:extLst xmlns:a="http://schemas.openxmlformats.org/drawingml/2006/main">
              <a:ext uri="{FF2B5EF4-FFF2-40B4-BE49-F238E27FC236}">
                <a16:creationId xmlns:a16="http://schemas.microsoft.com/office/drawing/2014/main" id="{EC10B0F5-EE57-40F1-8EC9-7912815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928A7CBF-1CD6-44DB-88BA-AADC71C9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685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AB46B5A1-A60E-4D1A-BC59-D7AD70B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05000"/>
            <a:ext cx="1607058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通航时间与放行规则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设施可用与船型限制</a:t>
            </a:r>
          </a:p>
        </p:txBody>
      </p:sp>
      <p:sp>
        <p:nvSpPr>
          <p:cNvPr id="36" name="施工扰动情景_36">
            <a:extLst xmlns:a="http://schemas.openxmlformats.org/drawingml/2006/main">
              <a:ext uri="{FF2B5EF4-FFF2-40B4-BE49-F238E27FC236}">
                <a16:creationId xmlns:a16="http://schemas.microsoft.com/office/drawing/2014/main" id="{2DE5EADB-76F1-47FF-BD37-1308C0E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DF08E5E5-ACC1-4F4F-984C-708D879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46685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96A50551-DD05-45B7-9B01-5DE55EEB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905000"/>
            <a:ext cx="1607058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 xmlns:a="http://schemas.openxmlformats.org/drawingml/2006/main">
              <a:ext uri="{FF2B5EF4-FFF2-40B4-BE49-F238E27FC236}">
                <a16:creationId xmlns:a16="http://schemas.microsoft.com/office/drawing/2014/main" id="{C160838E-5DA0-414F-A8B3-50199A8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2019300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0" name="流程箭头_40">
            <a:extLst xmlns:a="http://schemas.openxmlformats.org/drawingml/2006/main">
              <a:ext uri="{FF2B5EF4-FFF2-40B4-BE49-F238E27FC236}">
                <a16:creationId xmlns:a16="http://schemas.microsoft.com/office/drawing/2014/main" id="{B0E0B8DB-8025-4223-962C-A7D9772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2019300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1" name="连接线_41">
            <a:extLst xmlns:a="http://schemas.openxmlformats.org/drawingml/2006/main">
              <a:ext uri="{FF2B5EF4-FFF2-40B4-BE49-F238E27FC236}">
                <a16:creationId xmlns:a16="http://schemas.microsoft.com/office/drawing/2014/main" id="{19C73164-CA2B-4D57-9409-AA0FA9EA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29241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2" name="连接线_42">
            <a:extLst xmlns:a="http://schemas.openxmlformats.org/drawingml/2006/main">
              <a:ext uri="{FF2B5EF4-FFF2-40B4-BE49-F238E27FC236}">
                <a16:creationId xmlns:a16="http://schemas.microsoft.com/office/drawing/2014/main" id="{7C5590FC-9C7B-4B0F-8AFF-51ECDBD1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48025"/>
            <a:ext cx="21396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连接线_43">
            <a:extLst xmlns:a="http://schemas.openxmlformats.org/drawingml/2006/main">
              <a:ext uri="{FF2B5EF4-FFF2-40B4-BE49-F238E27FC236}">
                <a16:creationId xmlns:a16="http://schemas.microsoft.com/office/drawing/2014/main" id="{13680637-C575-4207-8B91-13AB119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766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连接线_44">
            <a:extLst xmlns:a="http://schemas.openxmlformats.org/drawingml/2006/main">
              <a:ext uri="{FF2B5EF4-FFF2-40B4-BE49-F238E27FC236}">
                <a16:creationId xmlns:a16="http://schemas.microsoft.com/office/drawing/2014/main" id="{D9EBABEF-EF80-4520-B49D-31614A90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909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A835DD16-FE74-49EA-9784-88983CD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00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流程箭头_46">
            <a:extLst xmlns:a="http://schemas.openxmlformats.org/drawingml/2006/main">
              <a:ext uri="{FF2B5EF4-FFF2-40B4-BE49-F238E27FC236}">
                <a16:creationId xmlns:a16="http://schemas.microsoft.com/office/drawing/2014/main" id="{C98FAB0A-5A1B-4519-A164-7ACFFFAF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0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8E2E7321-2040-418C-8C00-6105D308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600450"/>
            <a:ext cx="2862072" cy="3171825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容器_48">
            <a:extLst xmlns:a="http://schemas.openxmlformats.org/drawingml/2006/main">
              <a:ext uri="{FF2B5EF4-FFF2-40B4-BE49-F238E27FC236}">
                <a16:creationId xmlns:a16="http://schemas.microsoft.com/office/drawing/2014/main" id="{C0C7DEF5-BF57-425D-9A3D-F9924BC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600450"/>
            <a:ext cx="2862072" cy="3171825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5BEB9E78-6B90-4A02-B0FD-F64AD40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86175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 xmlns:a="http://schemas.openxmlformats.org/drawingml/2006/main">
              <a:ext uri="{FF2B5EF4-FFF2-40B4-BE49-F238E27FC236}">
                <a16:creationId xmlns:a16="http://schemas.microsoft.com/office/drawing/2014/main" id="{5B0A3CE6-FA0D-402A-8405-ED927BA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86175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 xmlns:a="http://schemas.openxmlformats.org/drawingml/2006/main">
              <a:ext uri="{FF2B5EF4-FFF2-40B4-BE49-F238E27FC236}">
                <a16:creationId xmlns:a16="http://schemas.microsoft.com/office/drawing/2014/main" id="{55E06413-235C-4AF1-89AD-DDDBEE1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137CC9FA-3931-4C1F-845A-5F00D31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005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B1046BB1-BCA3-47F3-9AB5-7B4D3C97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55295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 xmlns:a="http://schemas.openxmlformats.org/drawingml/2006/main">
              <a:ext uri="{FF2B5EF4-FFF2-40B4-BE49-F238E27FC236}">
                <a16:creationId xmlns:a16="http://schemas.microsoft.com/office/drawing/2014/main" id="{9AE4EAF9-8487-44DC-B83A-8BD01CD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006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ACAD8F53-FBE0-4A71-97CF-07C42D2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8635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 xmlns:a="http://schemas.openxmlformats.org/drawingml/2006/main">
              <a:ext uri="{FF2B5EF4-FFF2-40B4-BE49-F238E27FC236}">
                <a16:creationId xmlns:a16="http://schemas.microsoft.com/office/drawing/2014/main" id="{13B05E9C-3ED1-4858-B71F-787A2591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38775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 xmlns:a="http://schemas.openxmlformats.org/drawingml/2006/main">
              <a:ext uri="{FF2B5EF4-FFF2-40B4-BE49-F238E27FC236}">
                <a16:creationId xmlns:a16="http://schemas.microsoft.com/office/drawing/2014/main" id="{89ACF529-FD6E-42ED-B228-4FDAC17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864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0B485A0A-6E06-4A53-8CA9-123DF9BE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7217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 xmlns:a="http://schemas.openxmlformats.org/drawingml/2006/main">
              <a:ext uri="{FF2B5EF4-FFF2-40B4-BE49-F238E27FC236}">
                <a16:creationId xmlns:a16="http://schemas.microsoft.com/office/drawing/2014/main" id="{200FA3CC-7E2E-48A4-AF81-67873F73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32460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 xmlns:a="http://schemas.openxmlformats.org/drawingml/2006/main">
              <a:ext uri="{FF2B5EF4-FFF2-40B4-BE49-F238E27FC236}">
                <a16:creationId xmlns:a16="http://schemas.microsoft.com/office/drawing/2014/main" id="{4E43E863-793E-48DC-B1CF-F405A75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148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0EE45CEB-F035-4BAF-8465-80DE8FA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005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 xmlns:a="http://schemas.openxmlformats.org/drawingml/2006/main">
              <a:ext uri="{FF2B5EF4-FFF2-40B4-BE49-F238E27FC236}">
                <a16:creationId xmlns:a16="http://schemas.microsoft.com/office/drawing/2014/main" id="{84904B2D-C2CA-46DB-9F24-04C8529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区分需求与实际流量</a:t>
            </a:r>
          </a:p>
        </p:txBody>
      </p:sp>
      <p:sp>
        <p:nvSpPr>
          <p:cNvPr id="63" name="常态波动_63">
            <a:extLst xmlns:a="http://schemas.openxmlformats.org/drawingml/2006/main">
              <a:ext uri="{FF2B5EF4-FFF2-40B4-BE49-F238E27FC236}">
                <a16:creationId xmlns:a16="http://schemas.microsoft.com/office/drawing/2014/main" id="{5E40AEA8-0A02-48FB-9E18-DEAB0724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006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FDE46498-FECE-4D6C-BACB-92FF2DC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8635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 xmlns:a="http://schemas.openxmlformats.org/drawingml/2006/main">
              <a:ext uri="{FF2B5EF4-FFF2-40B4-BE49-F238E27FC236}">
                <a16:creationId xmlns:a16="http://schemas.microsoft.com/office/drawing/2014/main" id="{FCC0A4A8-5C6E-4C35-AED4-487197B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 xmlns:a="http://schemas.openxmlformats.org/drawingml/2006/main">
              <a:ext uri="{FF2B5EF4-FFF2-40B4-BE49-F238E27FC236}">
                <a16:creationId xmlns:a16="http://schemas.microsoft.com/office/drawing/2014/main" id="{666FD13B-CFF6-4671-9BFE-BE96F3D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8864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35593AC4-63F7-4B60-B282-54765F7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97217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 xmlns:a="http://schemas.openxmlformats.org/drawingml/2006/main">
              <a:ext uri="{FF2B5EF4-FFF2-40B4-BE49-F238E27FC236}">
                <a16:creationId xmlns:a16="http://schemas.microsoft.com/office/drawing/2014/main" id="{0040A42A-9B0A-4862-BAA4-F3A29FE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32460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BF1E3F79-DAB2-4D89-BC81-1D6D667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9246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03B1146C-0C43-4797-BC27-FAFA6B3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9246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连接线_71">
            <a:extLst xmlns:a="http://schemas.openxmlformats.org/drawingml/2006/main">
              <a:ext uri="{FF2B5EF4-FFF2-40B4-BE49-F238E27FC236}">
                <a16:creationId xmlns:a16="http://schemas.microsoft.com/office/drawing/2014/main" id="{684D2409-E087-46DD-AD19-7857952B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770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1677D6E2-9414-4BDD-B484-ADF86CCB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0866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3" name="供需失配与运输服务响应_73">
            <a:extLst xmlns:a="http://schemas.openxmlformats.org/drawingml/2006/main">
              <a:ext uri="{FF2B5EF4-FFF2-40B4-BE49-F238E27FC236}">
                <a16:creationId xmlns:a16="http://schemas.microsoft.com/office/drawing/2014/main" id="{5F1C531B-5114-4DA2-85A6-C4E704C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362825"/>
            <a:ext cx="6108192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B72E928B-A436-43C1-BA3D-0748936E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7448550"/>
            <a:ext cx="59557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F2B2BB82-665E-4319-A0B2-B929349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7905750"/>
            <a:ext cx="5898642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06776B8F-1D5E-4AFE-BD79-EE3E7F2F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505950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AA2623D5-B576-4DCE-A224-56FA674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453390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5F0DECC9-95AC-4877-9F01-4197AB55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C78B2EBA-044F-4629-B87C-C01A05F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 xmlns:a="http://schemas.openxmlformats.org/drawingml/2006/main">
              <a:ext uri="{FF2B5EF4-FFF2-40B4-BE49-F238E27FC236}">
                <a16:creationId xmlns:a16="http://schemas.microsoft.com/office/drawing/2014/main" id="{05D40E59-28D2-4F4B-B7F8-1EA7E7A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926153ED-196C-4A4E-84E6-A2B55D5A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027747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43F992C9-681B-4511-BBAC-D501A818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0620375"/>
            <a:ext cx="589864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2C5476AB-157C-402C-B410-C04A2ED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09156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A2821B39-377F-4228-8541-530EE1B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10299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流程箭头_85">
            <a:extLst xmlns:a="http://schemas.openxmlformats.org/drawingml/2006/main">
              <a:ext uri="{FF2B5EF4-FFF2-40B4-BE49-F238E27FC236}">
                <a16:creationId xmlns:a16="http://schemas.microsoft.com/office/drawing/2014/main" id="{D577AD5A-8D42-4785-A43A-63DE629D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03947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6" name="流程箭头_86">
            <a:extLst xmlns:a="http://schemas.openxmlformats.org/drawingml/2006/main">
              <a:ext uri="{FF2B5EF4-FFF2-40B4-BE49-F238E27FC236}">
                <a16:creationId xmlns:a16="http://schemas.microsoft.com/office/drawing/2014/main" id="{CA6FBC5B-A1E0-4DB7-BD74-BF6F1BC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103947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7" name="船舶组织调整_87">
            <a:extLst xmlns:a="http://schemas.openxmlformats.org/drawingml/2006/main">
              <a:ext uri="{FF2B5EF4-FFF2-40B4-BE49-F238E27FC236}">
                <a16:creationId xmlns:a16="http://schemas.microsoft.com/office/drawing/2014/main" id="{F8FC2F7C-94FC-477D-AEDA-151B6CA2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258550"/>
            <a:ext cx="2862072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8" name="文字_88">
            <a:extLst xmlns:a="http://schemas.openxmlformats.org/drawingml/2006/main">
              <a:ext uri="{FF2B5EF4-FFF2-40B4-BE49-F238E27FC236}">
                <a16:creationId xmlns:a16="http://schemas.microsoft.com/office/drawing/2014/main" id="{97388FBE-C2BC-4414-B7E9-D32997E1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1344275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 xmlns:a="http://schemas.openxmlformats.org/drawingml/2006/main">
              <a:ext uri="{FF2B5EF4-FFF2-40B4-BE49-F238E27FC236}">
                <a16:creationId xmlns:a16="http://schemas.microsoft.com/office/drawing/2014/main" id="{40781453-10C2-468E-AD30-AD8191F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1763375"/>
            <a:ext cx="265252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 xmlns:a="http://schemas.openxmlformats.org/drawingml/2006/main">
              <a:ext uri="{FF2B5EF4-FFF2-40B4-BE49-F238E27FC236}">
                <a16:creationId xmlns:a16="http://schemas.microsoft.com/office/drawing/2014/main" id="{29C09FC0-DD65-4D39-9E48-60CBAFD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258550"/>
            <a:ext cx="2862072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F7718EA9-B0A0-4910-8500-E94FCB38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1344275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B45327D0-35FB-498E-B3A0-59F1562D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1763375"/>
            <a:ext cx="265252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 xmlns:a="http://schemas.openxmlformats.org/drawingml/2006/main">
              <a:ext uri="{FF2B5EF4-FFF2-40B4-BE49-F238E27FC236}">
                <a16:creationId xmlns:a16="http://schemas.microsoft.com/office/drawing/2014/main" id="{C88C645E-85E3-444E-8413-F2CE095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29254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4" name="连接线_94">
            <a:extLst xmlns:a="http://schemas.openxmlformats.org/drawingml/2006/main">
              <a:ext uri="{FF2B5EF4-FFF2-40B4-BE49-F238E27FC236}">
                <a16:creationId xmlns:a16="http://schemas.microsoft.com/office/drawing/2014/main" id="{F5B45567-78D1-456C-97A5-F0E873D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9254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5" name="连接线_95">
            <a:extLst xmlns:a="http://schemas.openxmlformats.org/drawingml/2006/main">
              <a:ext uri="{FF2B5EF4-FFF2-40B4-BE49-F238E27FC236}">
                <a16:creationId xmlns:a16="http://schemas.microsoft.com/office/drawing/2014/main" id="{BAEF905D-E788-46D6-897D-663FF73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30778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6" name="流程箭头_96">
            <a:extLst xmlns:a="http://schemas.openxmlformats.org/drawingml/2006/main">
              <a:ext uri="{FF2B5EF4-FFF2-40B4-BE49-F238E27FC236}">
                <a16:creationId xmlns:a16="http://schemas.microsoft.com/office/drawing/2014/main" id="{66DB9D32-2A3D-4586-8938-441CC0CD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0873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7" name="组织调整对运行的反馈_97">
            <a:extLst xmlns:a="http://schemas.openxmlformats.org/drawingml/2006/main">
              <a:ext uri="{FF2B5EF4-FFF2-40B4-BE49-F238E27FC236}">
                <a16:creationId xmlns:a16="http://schemas.microsoft.com/office/drawing/2014/main" id="{DC30CFB0-CB2A-4AC6-9118-1191A37B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325475"/>
            <a:ext cx="6108192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2E5E0941-7818-4F37-8F1C-6CAD590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3411200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 xmlns:a="http://schemas.openxmlformats.org/drawingml/2006/main">
              <a:ext uri="{FF2B5EF4-FFF2-40B4-BE49-F238E27FC236}">
                <a16:creationId xmlns:a16="http://schemas.microsoft.com/office/drawing/2014/main" id="{0EBDAC82-4D69-42A2-BE71-E5EBE2FF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3754100"/>
            <a:ext cx="589864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 xmlns:a="http://schemas.openxmlformats.org/drawingml/2006/main">
              <a:ext uri="{FF2B5EF4-FFF2-40B4-BE49-F238E27FC236}">
                <a16:creationId xmlns:a16="http://schemas.microsoft.com/office/drawing/2014/main" id="{026C6F14-3CF8-41E4-910C-0045C388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6874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1" name="连接线_101">
            <a:extLst xmlns:a="http://schemas.openxmlformats.org/drawingml/2006/main">
              <a:ext uri="{FF2B5EF4-FFF2-40B4-BE49-F238E27FC236}">
                <a16:creationId xmlns:a16="http://schemas.microsoft.com/office/drawing/2014/main" id="{3604867C-034C-40D7-9F4F-1E62DD57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95800"/>
            <a:ext cx="19050" cy="919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2" name="连接线_102">
            <a:extLst xmlns:a="http://schemas.openxmlformats.org/drawingml/2006/main">
              <a:ext uri="{FF2B5EF4-FFF2-40B4-BE49-F238E27FC236}">
                <a16:creationId xmlns:a16="http://schemas.microsoft.com/office/drawing/2014/main" id="{8DA94EE7-71BA-41C3-97F5-8864071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958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3" name="流程箭头_103">
            <a:extLst xmlns:a="http://schemas.openxmlformats.org/drawingml/2006/main">
              <a:ext uri="{FF2B5EF4-FFF2-40B4-BE49-F238E27FC236}">
                <a16:creationId xmlns:a16="http://schemas.microsoft.com/office/drawing/2014/main" id="{6455284D-91B6-42A2-A768-F401C1D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291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4" name="连接线_104">
            <a:extLst xmlns:a="http://schemas.openxmlformats.org/drawingml/2006/main">
              <a:ext uri="{FF2B5EF4-FFF2-40B4-BE49-F238E27FC236}">
                <a16:creationId xmlns:a16="http://schemas.microsoft.com/office/drawing/2014/main" id="{6DB570A0-3A7C-420C-A1C9-D458F10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6874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5" name="连接线_105">
            <a:extLst xmlns:a="http://schemas.openxmlformats.org/drawingml/2006/main">
              <a:ext uri="{FF2B5EF4-FFF2-40B4-BE49-F238E27FC236}">
                <a16:creationId xmlns:a16="http://schemas.microsoft.com/office/drawing/2014/main" id="{8E631A6D-1ACB-42F8-AB6C-0B590A7C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95800"/>
            <a:ext cx="19050" cy="919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6" name="连接线_106">
            <a:extLst xmlns:a="http://schemas.openxmlformats.org/drawingml/2006/main">
              <a:ext uri="{FF2B5EF4-FFF2-40B4-BE49-F238E27FC236}">
                <a16:creationId xmlns:a16="http://schemas.microsoft.com/office/drawing/2014/main" id="{F588F65D-FFC8-4784-AD33-8092D15A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7" name="流程箭头_107">
            <a:extLst xmlns:a="http://schemas.openxmlformats.org/drawingml/2006/main">
              <a:ext uri="{FF2B5EF4-FFF2-40B4-BE49-F238E27FC236}">
                <a16:creationId xmlns:a16="http://schemas.microsoft.com/office/drawing/2014/main" id="{EC66DD5C-151F-4273-A7C5-6FBFE69F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291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8" name="容器_108">
            <a:extLst xmlns:a="http://schemas.openxmlformats.org/drawingml/2006/main">
              <a:ext uri="{FF2B5EF4-FFF2-40B4-BE49-F238E27FC236}">
                <a16:creationId xmlns:a16="http://schemas.microsoft.com/office/drawing/2014/main" id="{FA0D3D4E-E4EF-4987-86CE-1E45321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5918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容器_109">
            <a:extLst xmlns:a="http://schemas.openxmlformats.org/drawingml/2006/main">
              <a:ext uri="{FF2B5EF4-FFF2-40B4-BE49-F238E27FC236}">
                <a16:creationId xmlns:a16="http://schemas.microsoft.com/office/drawing/2014/main" id="{E37B12F6-AA04-4BCC-B02B-842EFA7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5918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64B06468-52D0-41BC-98AC-CA58DC0B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5918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 xmlns:a="http://schemas.openxmlformats.org/drawingml/2006/main">
              <a:ext uri="{FF2B5EF4-FFF2-40B4-BE49-F238E27FC236}">
                <a16:creationId xmlns:a16="http://schemas.microsoft.com/office/drawing/2014/main" id="{BE156B72-F4F6-4099-BB72-F4D8EA5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05918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 xmlns:a="http://schemas.openxmlformats.org/drawingml/2006/main">
              <a:ext uri="{FF2B5EF4-FFF2-40B4-BE49-F238E27FC236}">
                <a16:creationId xmlns:a16="http://schemas.microsoft.com/office/drawing/2014/main" id="{5B99A5AE-3259-4EF0-9D00-46201DD9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20177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研究模块_113">
            <a:extLst xmlns:a="http://schemas.openxmlformats.org/drawingml/2006/main">
              <a:ext uri="{FF2B5EF4-FFF2-40B4-BE49-F238E27FC236}">
                <a16:creationId xmlns:a16="http://schemas.microsoft.com/office/drawing/2014/main" id="{9A88C975-0FC4-41AE-B142-C084BCBC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4363700"/>
            <a:ext cx="6473952" cy="91821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4" name="模块标题背景_114">
            <a:extLst xmlns:a="http://schemas.openxmlformats.org/drawingml/2006/main">
              <a:ext uri="{FF2B5EF4-FFF2-40B4-BE49-F238E27FC236}">
                <a16:creationId xmlns:a16="http://schemas.microsoft.com/office/drawing/2014/main" id="{D7C31384-F5A9-476C-AF6C-7597EA2E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44277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5" name="模块标题_115">
            <a:extLst xmlns:a="http://schemas.openxmlformats.org/drawingml/2006/main">
              <a:ext uri="{FF2B5EF4-FFF2-40B4-BE49-F238E27FC236}">
                <a16:creationId xmlns:a16="http://schemas.microsoft.com/office/drawing/2014/main" id="{D882D55A-3111-4DB6-B746-72C5BC2C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44303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 xmlns:a="http://schemas.openxmlformats.org/drawingml/2006/main">
              <a:ext uri="{FF2B5EF4-FFF2-40B4-BE49-F238E27FC236}">
                <a16:creationId xmlns:a16="http://schemas.microsoft.com/office/drawing/2014/main" id="{0C759905-C7B4-4AE9-B83D-C7C3BD05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925675"/>
            <a:ext cx="6108192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34014CD4-3683-4E01-95F1-AC59FA8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5011400"/>
            <a:ext cx="59557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6EE29853-7E46-469B-8D46-0B0D3F4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5373350"/>
            <a:ext cx="589864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 xmlns:a="http://schemas.openxmlformats.org/drawingml/2006/main">
              <a:ext uri="{FF2B5EF4-FFF2-40B4-BE49-F238E27FC236}">
                <a16:creationId xmlns:a16="http://schemas.microsoft.com/office/drawing/2014/main" id="{57C68D28-CB7A-408F-87DF-37A2912E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59125"/>
            <a:ext cx="1524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0" name="航运动态响应模型_120">
            <a:extLst xmlns:a="http://schemas.openxmlformats.org/drawingml/2006/main">
              <a:ext uri="{FF2B5EF4-FFF2-40B4-BE49-F238E27FC236}">
                <a16:creationId xmlns:a16="http://schemas.microsoft.com/office/drawing/2014/main" id="{D307EB09-4F23-42D6-9486-F22AEC6E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135350"/>
            <a:ext cx="6108192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1" name="文字_121">
            <a:extLst xmlns:a="http://schemas.openxmlformats.org/drawingml/2006/main">
              <a:ext uri="{FF2B5EF4-FFF2-40B4-BE49-F238E27FC236}">
                <a16:creationId xmlns:a16="http://schemas.microsoft.com/office/drawing/2014/main" id="{6044E9BE-9010-40F0-87BD-62DDEBB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6221075"/>
            <a:ext cx="595579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 xmlns:a="http://schemas.openxmlformats.org/drawingml/2006/main">
              <a:ext uri="{FF2B5EF4-FFF2-40B4-BE49-F238E27FC236}">
                <a16:creationId xmlns:a16="http://schemas.microsoft.com/office/drawing/2014/main" id="{6AA0E053-6595-4512-8E3D-B67C6CCB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6640175"/>
            <a:ext cx="589864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 xmlns:a="http://schemas.openxmlformats.org/drawingml/2006/main">
              <a:ext uri="{FF2B5EF4-FFF2-40B4-BE49-F238E27FC236}">
                <a16:creationId xmlns:a16="http://schemas.microsoft.com/office/drawing/2014/main" id="{2A2B9652-836C-4CFE-B624-825A350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3259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1994ECC4-B4B1-42F1-9C68-1C3A7DC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7440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5" name="流程箭头_125">
            <a:extLst xmlns:a="http://schemas.openxmlformats.org/drawingml/2006/main">
              <a:ext uri="{FF2B5EF4-FFF2-40B4-BE49-F238E27FC236}">
                <a16:creationId xmlns:a16="http://schemas.microsoft.com/office/drawing/2014/main" id="{676C5AED-EF10-4316-817A-D6C97B9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4498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6" name="流程箭头_126">
            <a:extLst xmlns:a="http://schemas.openxmlformats.org/drawingml/2006/main">
              <a:ext uri="{FF2B5EF4-FFF2-40B4-BE49-F238E27FC236}">
                <a16:creationId xmlns:a16="http://schemas.microsoft.com/office/drawing/2014/main" id="{86D7EC56-B148-40F1-8FAD-3386F9C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4498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7" name="典型事件校准_127">
            <a:extLst xmlns:a="http://schemas.openxmlformats.org/drawingml/2006/main">
              <a:ext uri="{FF2B5EF4-FFF2-40B4-BE49-F238E27FC236}">
                <a16:creationId xmlns:a16="http://schemas.microsoft.com/office/drawing/2014/main" id="{D32BD6A2-6F6C-4DAB-81A8-7CEB5C2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668875"/>
            <a:ext cx="286207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8" name="文字_128">
            <a:extLst xmlns:a="http://schemas.openxmlformats.org/drawingml/2006/main">
              <a:ext uri="{FF2B5EF4-FFF2-40B4-BE49-F238E27FC236}">
                <a16:creationId xmlns:a16="http://schemas.microsoft.com/office/drawing/2014/main" id="{AFA20D95-DD70-4750-B733-FA246833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7754600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 xmlns:a="http://schemas.openxmlformats.org/drawingml/2006/main">
              <a:ext uri="{FF2B5EF4-FFF2-40B4-BE49-F238E27FC236}">
                <a16:creationId xmlns:a16="http://schemas.microsoft.com/office/drawing/2014/main" id="{364505C6-2E49-438E-A451-BAFD064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8173700"/>
            <a:ext cx="2652522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 xmlns:a="http://schemas.openxmlformats.org/drawingml/2006/main">
              <a:ext uri="{FF2B5EF4-FFF2-40B4-BE49-F238E27FC236}">
                <a16:creationId xmlns:a16="http://schemas.microsoft.com/office/drawing/2014/main" id="{70772D8B-CE0D-4248-AF05-477F558F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7668875"/>
            <a:ext cx="286207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34524C9F-8E1A-49E4-90ED-1A88573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7754600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 xmlns:a="http://schemas.openxmlformats.org/drawingml/2006/main">
              <a:ext uri="{FF2B5EF4-FFF2-40B4-BE49-F238E27FC236}">
                <a16:creationId xmlns:a16="http://schemas.microsoft.com/office/drawing/2014/main" id="{EBCD11A6-F8A2-4D3C-A487-A6458AD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8173700"/>
            <a:ext cx="2652522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 xmlns:a="http://schemas.openxmlformats.org/drawingml/2006/main">
              <a:ext uri="{FF2B5EF4-FFF2-40B4-BE49-F238E27FC236}">
                <a16:creationId xmlns:a16="http://schemas.microsoft.com/office/drawing/2014/main" id="{45372544-E4BD-45C3-A52D-ED5D22A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47850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4" name="连接线_134">
            <a:extLst xmlns:a="http://schemas.openxmlformats.org/drawingml/2006/main">
              <a:ext uri="{FF2B5EF4-FFF2-40B4-BE49-F238E27FC236}">
                <a16:creationId xmlns:a16="http://schemas.microsoft.com/office/drawing/2014/main" id="{2248E408-ACED-4EAA-ABB7-78D6DBAB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70685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5" name="连接线_135">
            <a:extLst xmlns:a="http://schemas.openxmlformats.org/drawingml/2006/main">
              <a:ext uri="{FF2B5EF4-FFF2-40B4-BE49-F238E27FC236}">
                <a16:creationId xmlns:a16="http://schemas.microsoft.com/office/drawing/2014/main" id="{4DDADE83-1600-47BB-BDEB-9BF56A3E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7068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6" name="流程箭头_136">
            <a:extLst xmlns:a="http://schemas.openxmlformats.org/drawingml/2006/main">
              <a:ext uri="{FF2B5EF4-FFF2-40B4-BE49-F238E27FC236}">
                <a16:creationId xmlns:a16="http://schemas.microsoft.com/office/drawing/2014/main" id="{C5A7E60B-7A1A-4914-90A8-F6ECA0A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64017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7" name="连接线_137">
            <a:extLst xmlns:a="http://schemas.openxmlformats.org/drawingml/2006/main">
              <a:ext uri="{FF2B5EF4-FFF2-40B4-BE49-F238E27FC236}">
                <a16:creationId xmlns:a16="http://schemas.microsoft.com/office/drawing/2014/main" id="{0444ED3B-3558-4B73-8C2E-EA6FDCA0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8" name="连接线_138">
            <a:extLst xmlns:a="http://schemas.openxmlformats.org/drawingml/2006/main">
              <a:ext uri="{FF2B5EF4-FFF2-40B4-BE49-F238E27FC236}">
                <a16:creationId xmlns:a16="http://schemas.microsoft.com/office/drawing/2014/main" id="{505A6364-36DB-4C0F-B48C-DAC8C9C1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670685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9" name="连接线_139">
            <a:extLst xmlns:a="http://schemas.openxmlformats.org/drawingml/2006/main">
              <a:ext uri="{FF2B5EF4-FFF2-40B4-BE49-F238E27FC236}">
                <a16:creationId xmlns:a16="http://schemas.microsoft.com/office/drawing/2014/main" id="{5D366009-B5CC-429B-84A5-737DB67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068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流程箭头_140">
            <a:extLst xmlns:a="http://schemas.openxmlformats.org/drawingml/2006/main">
              <a:ext uri="{FF2B5EF4-FFF2-40B4-BE49-F238E27FC236}">
                <a16:creationId xmlns:a16="http://schemas.microsoft.com/office/drawing/2014/main" id="{A96B7664-CF1A-479D-BC0A-681D466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6401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1" name="容器_141">
            <a:extLst xmlns:a="http://schemas.openxmlformats.org/drawingml/2006/main">
              <a:ext uri="{FF2B5EF4-FFF2-40B4-BE49-F238E27FC236}">
                <a16:creationId xmlns:a16="http://schemas.microsoft.com/office/drawing/2014/main" id="{C5929283-C95B-48F1-B16D-9AA104C0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3355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容器_142">
            <a:extLst xmlns:a="http://schemas.openxmlformats.org/drawingml/2006/main">
              <a:ext uri="{FF2B5EF4-FFF2-40B4-BE49-F238E27FC236}">
                <a16:creationId xmlns:a16="http://schemas.microsoft.com/office/drawing/2014/main" id="{8F338004-2283-42F5-89FB-7358452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3" name="文字_143">
            <a:extLst xmlns:a="http://schemas.openxmlformats.org/drawingml/2006/main">
              <a:ext uri="{FF2B5EF4-FFF2-40B4-BE49-F238E27FC236}">
                <a16:creationId xmlns:a16="http://schemas.microsoft.com/office/drawing/2014/main" id="{FEAA3DDC-041D-4A15-957C-2BE21A67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 xmlns:a="http://schemas.openxmlformats.org/drawingml/2006/main">
              <a:ext uri="{FF2B5EF4-FFF2-40B4-BE49-F238E27FC236}">
                <a16:creationId xmlns:a16="http://schemas.microsoft.com/office/drawing/2014/main" id="{CA58294A-8A92-41A5-A732-FC48CB8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3355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 xmlns:a="http://schemas.openxmlformats.org/drawingml/2006/main">
              <a:ext uri="{FF2B5EF4-FFF2-40B4-BE49-F238E27FC236}">
                <a16:creationId xmlns:a16="http://schemas.microsoft.com/office/drawing/2014/main" id="{F0522720-2541-4E0B-BC6E-94FE85A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3833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连接线_146">
            <a:extLst xmlns:a="http://schemas.openxmlformats.org/drawingml/2006/main">
              <a:ext uri="{FF2B5EF4-FFF2-40B4-BE49-F238E27FC236}">
                <a16:creationId xmlns:a16="http://schemas.microsoft.com/office/drawing/2014/main" id="{6A802CB3-3C60-419C-AB57-D01DE7C4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833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连接线_147">
            <a:extLst xmlns:a="http://schemas.openxmlformats.org/drawingml/2006/main">
              <a:ext uri="{FF2B5EF4-FFF2-40B4-BE49-F238E27FC236}">
                <a16:creationId xmlns:a16="http://schemas.microsoft.com/office/drawing/2014/main" id="{7F6DEE99-D633-4656-B649-D5D7DC3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5357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8" name="流程箭头_148">
            <a:extLst xmlns:a="http://schemas.openxmlformats.org/drawingml/2006/main">
              <a:ext uri="{FF2B5EF4-FFF2-40B4-BE49-F238E27FC236}">
                <a16:creationId xmlns:a16="http://schemas.microsoft.com/office/drawing/2014/main" id="{51F8B17C-F451-4DA6-B8F0-4511861E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5453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9" name="多情景传播与恢复响应_149">
            <a:extLst xmlns:a="http://schemas.openxmlformats.org/drawingml/2006/main">
              <a:ext uri="{FF2B5EF4-FFF2-40B4-BE49-F238E27FC236}">
                <a16:creationId xmlns:a16="http://schemas.microsoft.com/office/drawing/2014/main" id="{EBAB474D-5369-4185-88BA-36B5EDE8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764375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0" name="文字_150">
            <a:extLst xmlns:a="http://schemas.openxmlformats.org/drawingml/2006/main">
              <a:ext uri="{FF2B5EF4-FFF2-40B4-BE49-F238E27FC236}">
                <a16:creationId xmlns:a16="http://schemas.microsoft.com/office/drawing/2014/main" id="{0054EA3E-B8C2-4A73-9F8C-E78AD476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9850100"/>
            <a:ext cx="595579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</a:p>
        </p:txBody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2A357488-CFE4-46A5-9C72-BA43556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0269200"/>
            <a:ext cx="589864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</a:p>
        </p:txBody>
      </p:sp>
      <p:sp>
        <p:nvSpPr>
          <p:cNvPr id="152" name="流程箭头_152">
            <a:extLst xmlns:a="http://schemas.openxmlformats.org/drawingml/2006/main">
              <a:ext uri="{FF2B5EF4-FFF2-40B4-BE49-F238E27FC236}">
                <a16:creationId xmlns:a16="http://schemas.microsoft.com/office/drawing/2014/main" id="{C814A62C-1198-4791-AA00-2A2EA565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45475"/>
            <a:ext cx="1524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3" name="供需失配与阈值_153">
            <a:extLst xmlns:a="http://schemas.openxmlformats.org/drawingml/2006/main">
              <a:ext uri="{FF2B5EF4-FFF2-40B4-BE49-F238E27FC236}">
                <a16:creationId xmlns:a16="http://schemas.microsoft.com/office/drawing/2014/main" id="{A6FBE07A-6EB9-484E-8AE4-C4966B7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1240750"/>
            <a:ext cx="1816608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4" name="文字_154">
            <a:extLst xmlns:a="http://schemas.openxmlformats.org/drawingml/2006/main">
              <a:ext uri="{FF2B5EF4-FFF2-40B4-BE49-F238E27FC236}">
                <a16:creationId xmlns:a16="http://schemas.microsoft.com/office/drawing/2014/main" id="{616524A1-E8EE-4ACD-A5F4-25458216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21326475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 xmlns:a="http://schemas.openxmlformats.org/drawingml/2006/main">
              <a:ext uri="{FF2B5EF4-FFF2-40B4-BE49-F238E27FC236}">
                <a16:creationId xmlns:a16="http://schemas.microsoft.com/office/drawing/2014/main" id="{294A0B4A-AB8A-4FB2-95BF-B40CC0A7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1726525"/>
            <a:ext cx="1607058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 xmlns:a="http://schemas.openxmlformats.org/drawingml/2006/main">
              <a:ext uri="{FF2B5EF4-FFF2-40B4-BE49-F238E27FC236}">
                <a16:creationId xmlns:a16="http://schemas.microsoft.com/office/drawing/2014/main" id="{F1D091E9-25D0-4FFA-8495-D144DBC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240750"/>
            <a:ext cx="1816608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7" name="文字_157">
            <a:extLst xmlns:a="http://schemas.openxmlformats.org/drawingml/2006/main">
              <a:ext uri="{FF2B5EF4-FFF2-40B4-BE49-F238E27FC236}">
                <a16:creationId xmlns:a16="http://schemas.microsoft.com/office/drawing/2014/main" id="{940F6676-18FC-43ED-BA18-8FFD8BD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26475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 xmlns:a="http://schemas.openxmlformats.org/drawingml/2006/main">
              <a:ext uri="{FF2B5EF4-FFF2-40B4-BE49-F238E27FC236}">
                <a16:creationId xmlns:a16="http://schemas.microsoft.com/office/drawing/2014/main" id="{04541F30-EAF6-4D32-B081-DDBF872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726525"/>
            <a:ext cx="1607058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 xmlns:a="http://schemas.openxmlformats.org/drawingml/2006/main">
              <a:ext uri="{FF2B5EF4-FFF2-40B4-BE49-F238E27FC236}">
                <a16:creationId xmlns:a16="http://schemas.microsoft.com/office/drawing/2014/main" id="{3F3B156C-0DD8-4ADF-8A16-72671BA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1240750"/>
            <a:ext cx="1816608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0" name="文字_160">
            <a:extLst xmlns:a="http://schemas.openxmlformats.org/drawingml/2006/main">
              <a:ext uri="{FF2B5EF4-FFF2-40B4-BE49-F238E27FC236}">
                <a16:creationId xmlns:a16="http://schemas.microsoft.com/office/drawing/2014/main" id="{FCA742CA-BB01-452A-9820-3E334E5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21326475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 xmlns:a="http://schemas.openxmlformats.org/drawingml/2006/main">
              <a:ext uri="{FF2B5EF4-FFF2-40B4-BE49-F238E27FC236}">
                <a16:creationId xmlns:a16="http://schemas.microsoft.com/office/drawing/2014/main" id="{99758722-8C77-4D9F-9458-351DBEA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21726525"/>
            <a:ext cx="1607058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 xmlns:a="http://schemas.openxmlformats.org/drawingml/2006/main">
              <a:ext uri="{FF2B5EF4-FFF2-40B4-BE49-F238E27FC236}">
                <a16:creationId xmlns:a16="http://schemas.microsoft.com/office/drawing/2014/main" id="{036627A0-D05E-49DE-B809-AC31E9E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0478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869CF932-2CBB-4E00-ADEF-AC8410DC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6685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施工情景与能力变化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863B714B-2D23-4815-9DB2-5B264A03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962150"/>
            <a:ext cx="1875282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持续时间与恢复过程</a:t>
            </a:r>
          </a:p>
        </p:txBody>
      </p:sp>
      <p:sp>
        <p:nvSpPr>
          <p:cNvPr id="165" name="需求与到达变化_165">
            <a:extLst xmlns:a="http://schemas.openxmlformats.org/drawingml/2006/main">
              <a:ext uri="{FF2B5EF4-FFF2-40B4-BE49-F238E27FC236}">
                <a16:creationId xmlns:a16="http://schemas.microsoft.com/office/drawing/2014/main" id="{E33D0EE8-40A8-4E52-84F7-D161365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0767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6" name="文字_166">
            <a:extLst xmlns:a="http://schemas.openxmlformats.org/drawingml/2006/main">
              <a:ext uri="{FF2B5EF4-FFF2-40B4-BE49-F238E27FC236}">
                <a16:creationId xmlns:a16="http://schemas.microsoft.com/office/drawing/2014/main" id="{3F20CF53-E233-4DC5-A917-A0D9D66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41624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167" name="文字_167">
            <a:extLst xmlns:a="http://schemas.openxmlformats.org/drawingml/2006/main">
              <a:ext uri="{FF2B5EF4-FFF2-40B4-BE49-F238E27FC236}">
                <a16:creationId xmlns:a16="http://schemas.microsoft.com/office/drawing/2014/main" id="{C71C6E39-2DC3-4CBE-83E4-CAB9595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4657725"/>
            <a:ext cx="1875282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常态需求特征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施工影响幅度与时滞</a:t>
            </a:r>
          </a:p>
        </p:txBody>
      </p:sp>
      <p:sp>
        <p:nvSpPr>
          <p:cNvPr id="168" name="运行与服务响应_168">
            <a:extLst xmlns:a="http://schemas.openxmlformats.org/drawingml/2006/main">
              <a:ext uri="{FF2B5EF4-FFF2-40B4-BE49-F238E27FC236}">
                <a16:creationId xmlns:a16="http://schemas.microsoft.com/office/drawing/2014/main" id="{601E2326-4798-4380-BF67-25CD70D7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181850"/>
            <a:ext cx="2084832" cy="209550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9" name="文字_169">
            <a:extLst xmlns:a="http://schemas.openxmlformats.org/drawingml/2006/main">
              <a:ext uri="{FF2B5EF4-FFF2-40B4-BE49-F238E27FC236}">
                <a16:creationId xmlns:a16="http://schemas.microsoft.com/office/drawing/2014/main" id="{FE0F7A77-F491-4F47-9F1E-401E53E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72675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</a:t>
            </a:r>
          </a:p>
        </p:txBody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7D7D21B3-7A91-45EC-BF9C-E158350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7762875"/>
            <a:ext cx="1875282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通过量、积压与等待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船期、时效与可靠性</a:t>
            </a:r>
          </a:p>
        </p:txBody>
      </p:sp>
      <p:sp>
        <p:nvSpPr>
          <p:cNvPr id="171" name="组织调整与反馈_171">
            <a:extLst xmlns:a="http://schemas.openxmlformats.org/drawingml/2006/main">
              <a:ext uri="{FF2B5EF4-FFF2-40B4-BE49-F238E27FC236}">
                <a16:creationId xmlns:a16="http://schemas.microsoft.com/office/drawing/2014/main" id="{01EC038F-661C-4249-98E1-8781F4F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905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2" name="文字_172">
            <a:extLst xmlns:a="http://schemas.openxmlformats.org/drawingml/2006/main">
              <a:ext uri="{FF2B5EF4-FFF2-40B4-BE49-F238E27FC236}">
                <a16:creationId xmlns:a16="http://schemas.microsoft.com/office/drawing/2014/main" id="{AD6E7467-D61C-4CBF-9F89-1DB98F7C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09442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组织调整与反馈</a:t>
            </a:r>
          </a:p>
        </p:txBody>
      </p:sp>
      <p:sp>
        <p:nvSpPr>
          <p:cNvPr id="173" name="文字_173">
            <a:extLst xmlns:a="http://schemas.openxmlformats.org/drawingml/2006/main">
              <a:ext uri="{FF2B5EF4-FFF2-40B4-BE49-F238E27FC236}">
                <a16:creationId xmlns:a16="http://schemas.microsoft.com/office/drawing/2014/main" id="{193FDB83-5550-496C-8753-0E10170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1439525"/>
            <a:ext cx="1875282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运力与到达变化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调整幅度与响应时滞</a:t>
            </a:r>
          </a:p>
        </p:txBody>
      </p:sp>
      <p:sp>
        <p:nvSpPr>
          <p:cNvPr id="174" name="传播与恢复规律_174">
            <a:extLst xmlns:a="http://schemas.openxmlformats.org/drawingml/2006/main">
              <a:ext uri="{FF2B5EF4-FFF2-40B4-BE49-F238E27FC236}">
                <a16:creationId xmlns:a16="http://schemas.microsoft.com/office/drawing/2014/main" id="{74852058-397B-4415-BFD5-56AFBC6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54305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27FE9BB9-26EB-45B9-82BF-A45C485D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55162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176" name="文字_176">
            <a:extLst xmlns:a="http://schemas.openxmlformats.org/drawingml/2006/main">
              <a:ext uri="{FF2B5EF4-FFF2-40B4-BE49-F238E27FC236}">
                <a16:creationId xmlns:a16="http://schemas.microsoft.com/office/drawing/2014/main" id="{FA82F4B2-0C4C-4636-9E0C-A08439D2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6011525"/>
            <a:ext cx="1875282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放大阈值与恢复过程</a:t>
            </a:r>
          </a:p>
        </p:txBody>
      </p:sp>
      <p:sp>
        <p:nvSpPr>
          <p:cNvPr id="177" name="响应模型与参数_177">
            <a:extLst xmlns:a="http://schemas.openxmlformats.org/drawingml/2006/main">
              <a:ext uri="{FF2B5EF4-FFF2-40B4-BE49-F238E27FC236}">
                <a16:creationId xmlns:a16="http://schemas.microsoft.com/office/drawing/2014/main" id="{8664EE84-756A-4ED4-A912-A13E3825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4785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E23B2C40-AA47-4F68-8F77-86B1E95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85642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响应模型与参数</a:t>
            </a:r>
          </a:p>
        </p:txBody>
      </p:sp>
      <p:sp>
        <p:nvSpPr>
          <p:cNvPr id="179" name="文字_179">
            <a:extLst xmlns:a="http://schemas.openxmlformats.org/drawingml/2006/main">
              <a:ext uri="{FF2B5EF4-FFF2-40B4-BE49-F238E27FC236}">
                <a16:creationId xmlns:a16="http://schemas.microsoft.com/office/drawing/2014/main" id="{9E88B321-C3D8-4512-9778-C485FF2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9059525"/>
            <a:ext cx="1875282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运行参数与适用范围</a:t>
            </a:r>
          </a:p>
        </p:txBody>
      </p:sp>
      <p:sp>
        <p:nvSpPr>
          <p:cNvPr id="180" name="模型检验结果_180">
            <a:extLst xmlns:a="http://schemas.openxmlformats.org/drawingml/2006/main">
              <a:ext uri="{FF2B5EF4-FFF2-40B4-BE49-F238E27FC236}">
                <a16:creationId xmlns:a16="http://schemas.microsoft.com/office/drawing/2014/main" id="{EBC74239-4C02-401F-8975-DF3F6C57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1431250"/>
            <a:ext cx="2084832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5C3482F5-4911-4FAA-B800-3D1E98CD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15169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模型检验结果</a:t>
            </a:r>
          </a:p>
        </p:txBody>
      </p:sp>
      <p:sp>
        <p:nvSpPr>
          <p:cNvPr id="182" name="文字_182">
            <a:extLst xmlns:a="http://schemas.openxmlformats.org/drawingml/2006/main">
              <a:ext uri="{FF2B5EF4-FFF2-40B4-BE49-F238E27FC236}">
                <a16:creationId xmlns:a16="http://schemas.microsoft.com/office/drawing/2014/main" id="{EB797CC5-703E-412D-94D3-DF72C97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22012275"/>
            <a:ext cx="1875282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运行指标误差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典型情景适用性</a:t>
            </a:r>
          </a:p>
        </p:txBody>
      </p:sp>
      <p:sp>
        <p:nvSpPr>
          <p:cNvPr id="183" name="流程箭头_183">
            <a:extLst xmlns:a="http://schemas.openxmlformats.org/drawingml/2006/main">
              <a:ext uri="{FF2B5EF4-FFF2-40B4-BE49-F238E27FC236}">
                <a16:creationId xmlns:a16="http://schemas.microsoft.com/office/drawing/2014/main" id="{F340AE25-893D-47F4-8CBF-B547278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59092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4" name="流程箭头_184">
            <a:extLst xmlns:a="http://schemas.openxmlformats.org/drawingml/2006/main">
              <a:ext uri="{FF2B5EF4-FFF2-40B4-BE49-F238E27FC236}">
                <a16:creationId xmlns:a16="http://schemas.microsoft.com/office/drawing/2014/main" id="{3D616944-637E-4FCB-B2B8-D280AAB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419850"/>
            <a:ext cx="152400" cy="561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5" name="流程箭头_185">
            <a:extLst xmlns:a="http://schemas.openxmlformats.org/drawingml/2006/main">
              <a:ext uri="{FF2B5EF4-FFF2-40B4-BE49-F238E27FC236}">
                <a16:creationId xmlns:a16="http://schemas.microsoft.com/office/drawing/2014/main" id="{F4CEB40F-6143-4D5B-87ED-FDEA291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467850"/>
            <a:ext cx="152400" cy="1181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6" name="流程箭头_186">
            <a:extLst xmlns:a="http://schemas.openxmlformats.org/drawingml/2006/main">
              <a:ext uri="{FF2B5EF4-FFF2-40B4-BE49-F238E27FC236}">
                <a16:creationId xmlns:a16="http://schemas.microsoft.com/office/drawing/2014/main" id="{DB47E910-3787-41C9-862E-9564E61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4001750"/>
            <a:ext cx="152400" cy="1209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7" name="流程箭头_187">
            <a:extLst xmlns:a="http://schemas.openxmlformats.org/drawingml/2006/main">
              <a:ext uri="{FF2B5EF4-FFF2-40B4-BE49-F238E27FC236}">
                <a16:creationId xmlns:a16="http://schemas.microsoft.com/office/drawing/2014/main" id="{265FDB47-A53E-4C5C-B0FF-57B66757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7783175"/>
            <a:ext cx="152400" cy="504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8" name="流程箭头_188">
            <a:extLst xmlns:a="http://schemas.openxmlformats.org/drawingml/2006/main">
              <a:ext uri="{FF2B5EF4-FFF2-40B4-BE49-F238E27FC236}">
                <a16:creationId xmlns:a16="http://schemas.microsoft.com/office/drawing/2014/main" id="{B36A045F-9722-4A9B-BB4E-4C472BA8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802600"/>
            <a:ext cx="1524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9" name="研究边界_189">
            <a:extLst xmlns:a="http://schemas.openxmlformats.org/drawingml/2006/main">
              <a:ext uri="{FF2B5EF4-FFF2-40B4-BE49-F238E27FC236}">
                <a16:creationId xmlns:a16="http://schemas.microsoft.com/office/drawing/2014/main" id="{06299180-1026-4E8A-B093-E8C16095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717250"/>
            <a:ext cx="647395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研究边界：航运能力、需求、拥堵、运输组织与服务响应</a:t>
            </a:r>
          </a:p>
        </p:txBody>
      </p:sp>
    </p:spTree>
    <p:extLst>
      <p:ext uri="{BB962C8B-B14F-4D97-AF65-F5344CB8AC3E}">
        <p14:creationId xmlns:p14="http://schemas.microsoft.com/office/powerpoint/2010/main" val="750475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2026-10-05T04:30:18.5210000Z</dcterms:created>
  <dcterms:modified xsi:type="dcterms:W3CDTF">2026-10-05T04:30:18.5210000Z</dcterms:modified>
</coreProperties>
</file>