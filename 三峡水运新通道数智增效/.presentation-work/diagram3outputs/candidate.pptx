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62" r:id="rId6"/>
    <p:sldMasterId id="2147483664" r:id="rId7"/>
    <p:sldMasterId id="2147483666" r:id="rId8"/>
  </p:sldMasterIdLst>
  <p:notesMasterIdLst>
    <p:notesMasterId r:id="rId12"/>
  </p:notesMasterIdLst>
  <p:sldIdLst>
    <p:sldId id="257" r:id="rId9"/>
    <p:sldId id="258" r:id="rId10"/>
    <p:sldId id="259" r:id="rId11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098" y="-427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Master" Target="slideMasters/slideMaster5.xml" /><Relationship Id="rId13" Type="http://schemas.openxmlformats.org/officeDocument/2006/relationships/presProps" Target="presProps.xml" /><Relationship Id="rId3" Type="http://schemas.openxmlformats.org/officeDocument/2006/relationships/customXml" Target="customXml/item3.xml" /><Relationship Id="rId7" Type="http://schemas.openxmlformats.org/officeDocument/2006/relationships/slideMaster" Target="slideMasters/slideMaster4.xml" /><Relationship Id="rId12" Type="http://schemas.openxmlformats.org/officeDocument/2006/relationships/notesMaster" Target="notesMasters/notesMaster1.xml" /><Relationship Id="rId2" Type="http://schemas.openxmlformats.org/officeDocument/2006/relationships/customXml" Target="customXml/item2.xml" /><Relationship Id="rId16" Type="http://schemas.openxmlformats.org/officeDocument/2006/relationships/tableStyles" Target="tableStyles.xml" /><Relationship Id="rId1" Type="http://schemas.openxmlformats.org/officeDocument/2006/relationships/customXml" Target="customXml/item1.xml" /><Relationship Id="rId6" Type="http://schemas.openxmlformats.org/officeDocument/2006/relationships/slideMaster" Target="slideMasters/slideMaster3.xml" /><Relationship Id="rId11" Type="http://schemas.openxmlformats.org/officeDocument/2006/relationships/slide" Target="slides/slide3.xml" /><Relationship Id="rId5" Type="http://schemas.openxmlformats.org/officeDocument/2006/relationships/slideMaster" Target="slideMasters/slideMaster2.xml" /><Relationship Id="rId15" Type="http://schemas.openxmlformats.org/officeDocument/2006/relationships/theme" Target="theme/theme1.xml" /><Relationship Id="rId10" Type="http://schemas.openxmlformats.org/officeDocument/2006/relationships/slide" Target="slides/slide2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1.xml" /><Relationship Id="rId14" Type="http://schemas.openxmlformats.org/officeDocument/2006/relationships/viewProps" Target="viewProps.xml" /></Relationships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Props1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ppt/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总标题_1">
            <a:extLst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研究基础侧栏_4">
            <a:extLst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23583900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23583900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noGrp="1"/>
          </p:cNvSpPr>
          <p:nvPr/>
        </p:nvSpPr>
        <p:spPr>
          <a:xfrm>
            <a:off x="329184" y="2571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noGrp="1"/>
          </p:cNvSpPr>
          <p:nvPr/>
        </p:nvSpPr>
        <p:spPr>
          <a:xfrm>
            <a:off x="9198864" y="2571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noGrp="1"/>
          </p:cNvSpPr>
          <p:nvPr/>
        </p:nvSpPr>
        <p:spPr>
          <a:xfrm>
            <a:off x="329184" y="10953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noGrp="1"/>
          </p:cNvSpPr>
          <p:nvPr/>
        </p:nvSpPr>
        <p:spPr>
          <a:xfrm>
            <a:off x="9198864" y="1095375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noGrp="1"/>
          </p:cNvSpPr>
          <p:nvPr/>
        </p:nvSpPr>
        <p:spPr>
          <a:xfrm>
            <a:off x="329184" y="1981200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noGrp="1"/>
          </p:cNvSpPr>
          <p:nvPr/>
        </p:nvSpPr>
        <p:spPr>
          <a:xfrm>
            <a:off x="9198864" y="19812000"/>
            <a:ext cx="4572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24765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noGrp="1"/>
          </p:cNvSpPr>
          <p:nvPr/>
        </p:nvSpPr>
        <p:spPr>
          <a:xfrm>
            <a:off x="962787" y="146685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noGrp="1"/>
          </p:cNvSpPr>
          <p:nvPr/>
        </p:nvSpPr>
        <p:spPr>
          <a:xfrm>
            <a:off x="981837" y="1981200"/>
            <a:ext cx="101727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noGrp="1"/>
          </p:cNvSpPr>
          <p:nvPr/>
        </p:nvSpPr>
        <p:spPr>
          <a:xfrm>
            <a:off x="896112" y="4143375"/>
            <a:ext cx="1188720" cy="30480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noGrp="1"/>
          </p:cNvSpPr>
          <p:nvPr/>
        </p:nvSpPr>
        <p:spPr>
          <a:xfrm>
            <a:off x="962787" y="422910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noGrp="1"/>
          </p:cNvSpPr>
          <p:nvPr/>
        </p:nvSpPr>
        <p:spPr>
          <a:xfrm>
            <a:off x="981837" y="4743450"/>
            <a:ext cx="1017270" cy="236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noGrp="1"/>
          </p:cNvSpPr>
          <p:nvPr/>
        </p:nvSpPr>
        <p:spPr>
          <a:xfrm>
            <a:off x="896112" y="7477125"/>
            <a:ext cx="1188720" cy="25717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noGrp="1"/>
          </p:cNvSpPr>
          <p:nvPr/>
        </p:nvSpPr>
        <p:spPr>
          <a:xfrm>
            <a:off x="962787" y="756285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noGrp="1"/>
          </p:cNvSpPr>
          <p:nvPr/>
        </p:nvSpPr>
        <p:spPr>
          <a:xfrm>
            <a:off x="981837" y="8077200"/>
            <a:ext cx="1017270" cy="1885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noGrp="1"/>
          </p:cNvSpPr>
          <p:nvPr/>
        </p:nvSpPr>
        <p:spPr>
          <a:xfrm>
            <a:off x="896112" y="11001375"/>
            <a:ext cx="1188720" cy="338137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noGrp="1"/>
          </p:cNvSpPr>
          <p:nvPr/>
        </p:nvSpPr>
        <p:spPr>
          <a:xfrm>
            <a:off x="962787" y="11087100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noGrp="1"/>
          </p:cNvSpPr>
          <p:nvPr/>
        </p:nvSpPr>
        <p:spPr>
          <a:xfrm>
            <a:off x="981837" y="11601450"/>
            <a:ext cx="1017270" cy="2695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noGrp="1"/>
          </p:cNvSpPr>
          <p:nvPr/>
        </p:nvSpPr>
        <p:spPr>
          <a:xfrm>
            <a:off x="896112" y="16859250"/>
            <a:ext cx="1188720" cy="2333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noGrp="1"/>
          </p:cNvSpPr>
          <p:nvPr/>
        </p:nvSpPr>
        <p:spPr>
          <a:xfrm>
            <a:off x="962787" y="16944975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noGrp="1"/>
          </p:cNvSpPr>
          <p:nvPr/>
        </p:nvSpPr>
        <p:spPr>
          <a:xfrm>
            <a:off x="981837" y="17459325"/>
            <a:ext cx="1017270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noGrp="1"/>
          </p:cNvSpPr>
          <p:nvPr/>
        </p:nvSpPr>
        <p:spPr>
          <a:xfrm>
            <a:off x="896112" y="20764500"/>
            <a:ext cx="1188720" cy="35242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文字_28">
            <a:extLst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noGrp="1"/>
          </p:cNvSpPr>
          <p:nvPr/>
        </p:nvSpPr>
        <p:spPr>
          <a:xfrm>
            <a:off x="962787" y="20850225"/>
            <a:ext cx="105537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noGrp="1"/>
          </p:cNvSpPr>
          <p:nvPr/>
        </p:nvSpPr>
        <p:spPr>
          <a:xfrm>
            <a:off x="981837" y="21364575"/>
            <a:ext cx="1017270" cy="2838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86201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模块标题背景_31">
            <a:extLst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2" name="模块标题_32">
            <a:extLst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noGrp="1"/>
          </p:cNvSpPr>
          <p:nvPr/>
        </p:nvSpPr>
        <p:spPr>
          <a:xfrm>
            <a:off x="2645283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noGrp="1"/>
          </p:cNvSpPr>
          <p:nvPr/>
        </p:nvSpPr>
        <p:spPr>
          <a:xfrm>
            <a:off x="2664333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noGrp="1"/>
          </p:cNvSpPr>
          <p:nvPr/>
        </p:nvSpPr>
        <p:spPr>
          <a:xfrm>
            <a:off x="4791075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noGrp="1"/>
          </p:cNvSpPr>
          <p:nvPr/>
        </p:nvSpPr>
        <p:spPr>
          <a:xfrm>
            <a:off x="4810125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647825"/>
          </a:xfrm>
          <a:prstGeom prst="roundRect">
            <a:avLst>
              <a:gd name="adj" fmla="val 5780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40" name="文字_40">
            <a:extLst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noGrp="1"/>
          </p:cNvSpPr>
          <p:nvPr/>
        </p:nvSpPr>
        <p:spPr>
          <a:xfrm>
            <a:off x="6936867" y="1466850"/>
            <a:ext cx="168325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noGrp="1"/>
          </p:cNvSpPr>
          <p:nvPr/>
        </p:nvSpPr>
        <p:spPr>
          <a:xfrm>
            <a:off x="6955917" y="1885950"/>
            <a:ext cx="1645158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noGrp="1"/>
          </p:cNvSpPr>
          <p:nvPr/>
        </p:nvSpPr>
        <p:spPr>
          <a:xfrm>
            <a:off x="4431792" y="197167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流程箭头_43">
            <a:extLst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noGrp="1"/>
          </p:cNvSpPr>
          <p:nvPr/>
        </p:nvSpPr>
        <p:spPr>
          <a:xfrm>
            <a:off x="6577584" y="197167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文字_44">
            <a:extLst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noGrp="1"/>
          </p:cNvSpPr>
          <p:nvPr/>
        </p:nvSpPr>
        <p:spPr>
          <a:xfrm>
            <a:off x="2578608" y="3124200"/>
            <a:ext cx="610819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noGrp="1"/>
          </p:cNvSpPr>
          <p:nvPr/>
        </p:nvSpPr>
        <p:spPr>
          <a:xfrm>
            <a:off x="5562600" y="3495675"/>
            <a:ext cx="152400" cy="1714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容器_46">
            <a:extLst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noGrp="1"/>
          </p:cNvSpPr>
          <p:nvPr/>
        </p:nvSpPr>
        <p:spPr>
          <a:xfrm>
            <a:off x="2578608" y="3752850"/>
            <a:ext cx="2862072" cy="316230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noGrp="1"/>
          </p:cNvSpPr>
          <p:nvPr/>
        </p:nvSpPr>
        <p:spPr>
          <a:xfrm>
            <a:off x="5824728" y="3752850"/>
            <a:ext cx="2862072" cy="316230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文字_48">
            <a:extLst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noGrp="1"/>
          </p:cNvSpPr>
          <p:nvPr/>
        </p:nvSpPr>
        <p:spPr>
          <a:xfrm>
            <a:off x="2667000" y="38385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noGrp="1"/>
          </p:cNvSpPr>
          <p:nvPr/>
        </p:nvSpPr>
        <p:spPr>
          <a:xfrm>
            <a:off x="5915025" y="38385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noGrp="1"/>
          </p:cNvSpPr>
          <p:nvPr/>
        </p:nvSpPr>
        <p:spPr>
          <a:xfrm>
            <a:off x="2667000" y="42291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1" name="文字_51">
            <a:extLst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noGrp="1"/>
          </p:cNvSpPr>
          <p:nvPr/>
        </p:nvSpPr>
        <p:spPr>
          <a:xfrm>
            <a:off x="2733675" y="43148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noGrp="1"/>
          </p:cNvSpPr>
          <p:nvPr/>
        </p:nvSpPr>
        <p:spPr>
          <a:xfrm>
            <a:off x="2752725" y="46291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noGrp="1"/>
          </p:cNvSpPr>
          <p:nvPr/>
        </p:nvSpPr>
        <p:spPr>
          <a:xfrm>
            <a:off x="2667000" y="509587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4" name="文字_54">
            <a:extLst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noGrp="1"/>
          </p:cNvSpPr>
          <p:nvPr/>
        </p:nvSpPr>
        <p:spPr>
          <a:xfrm>
            <a:off x="2733675" y="518160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noGrp="1"/>
          </p:cNvSpPr>
          <p:nvPr/>
        </p:nvSpPr>
        <p:spPr>
          <a:xfrm>
            <a:off x="2752725" y="549592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noGrp="1"/>
          </p:cNvSpPr>
          <p:nvPr/>
        </p:nvSpPr>
        <p:spPr>
          <a:xfrm>
            <a:off x="2667000" y="59626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7" name="文字_57">
            <a:extLst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noGrp="1"/>
          </p:cNvSpPr>
          <p:nvPr/>
        </p:nvSpPr>
        <p:spPr>
          <a:xfrm>
            <a:off x="2733675" y="60483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noGrp="1"/>
          </p:cNvSpPr>
          <p:nvPr/>
        </p:nvSpPr>
        <p:spPr>
          <a:xfrm>
            <a:off x="2752725" y="63627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noGrp="1"/>
          </p:cNvSpPr>
          <p:nvPr/>
        </p:nvSpPr>
        <p:spPr>
          <a:xfrm>
            <a:off x="5915025" y="42291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0" name="文字_60">
            <a:extLst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noGrp="1"/>
          </p:cNvSpPr>
          <p:nvPr/>
        </p:nvSpPr>
        <p:spPr>
          <a:xfrm>
            <a:off x="5981700" y="43148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noGrp="1"/>
          </p:cNvSpPr>
          <p:nvPr/>
        </p:nvSpPr>
        <p:spPr>
          <a:xfrm>
            <a:off x="6000750" y="46291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noGrp="1"/>
          </p:cNvSpPr>
          <p:nvPr/>
        </p:nvSpPr>
        <p:spPr>
          <a:xfrm>
            <a:off x="5915025" y="509587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3" name="文字_63">
            <a:extLst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noGrp="1"/>
          </p:cNvSpPr>
          <p:nvPr/>
        </p:nvSpPr>
        <p:spPr>
          <a:xfrm>
            <a:off x="5981700" y="518160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noGrp="1"/>
          </p:cNvSpPr>
          <p:nvPr/>
        </p:nvSpPr>
        <p:spPr>
          <a:xfrm>
            <a:off x="6000750" y="549592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noGrp="1"/>
          </p:cNvSpPr>
          <p:nvPr/>
        </p:nvSpPr>
        <p:spPr>
          <a:xfrm>
            <a:off x="5915025" y="59626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6" name="文字_66">
            <a:extLst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noGrp="1"/>
          </p:cNvSpPr>
          <p:nvPr/>
        </p:nvSpPr>
        <p:spPr>
          <a:xfrm>
            <a:off x="5981700" y="60483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noGrp="1"/>
          </p:cNvSpPr>
          <p:nvPr/>
        </p:nvSpPr>
        <p:spPr>
          <a:xfrm>
            <a:off x="6000750" y="63627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noGrp="1"/>
          </p:cNvSpPr>
          <p:nvPr/>
        </p:nvSpPr>
        <p:spPr>
          <a:xfrm>
            <a:off x="4010025" y="7000875"/>
            <a:ext cx="19050" cy="1524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noGrp="1"/>
          </p:cNvSpPr>
          <p:nvPr/>
        </p:nvSpPr>
        <p:spPr>
          <a:xfrm>
            <a:off x="7258050" y="7000875"/>
            <a:ext cx="19050" cy="1524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noGrp="1"/>
          </p:cNvSpPr>
          <p:nvPr/>
        </p:nvSpPr>
        <p:spPr>
          <a:xfrm>
            <a:off x="4010025" y="7153275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流程箭头_71">
            <a:extLst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noGrp="1"/>
          </p:cNvSpPr>
          <p:nvPr/>
        </p:nvSpPr>
        <p:spPr>
          <a:xfrm>
            <a:off x="5562600" y="7162800"/>
            <a:ext cx="152400" cy="200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供需失配与运输服务联合响应_72">
            <a:extLst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noGrp="1"/>
          </p:cNvSpPr>
          <p:nvPr/>
        </p:nvSpPr>
        <p:spPr>
          <a:xfrm>
            <a:off x="2578608" y="7410450"/>
            <a:ext cx="6108192" cy="1114425"/>
          </a:xfrm>
          <a:prstGeom prst="roundRect">
            <a:avLst>
              <a:gd name="adj" fmla="val 8547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3" name="文字_73">
            <a:extLst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noGrp="1"/>
          </p:cNvSpPr>
          <p:nvPr/>
        </p:nvSpPr>
        <p:spPr>
          <a:xfrm>
            <a:off x="2645283" y="7496175"/>
            <a:ext cx="597484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noGrp="1"/>
          </p:cNvSpPr>
          <p:nvPr/>
        </p:nvSpPr>
        <p:spPr>
          <a:xfrm>
            <a:off x="2664333" y="7915275"/>
            <a:ext cx="5936742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noGrp="1"/>
          </p:cNvSpPr>
          <p:nvPr/>
        </p:nvSpPr>
        <p:spPr>
          <a:xfrm>
            <a:off x="2578608" y="8591550"/>
            <a:ext cx="6108192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noGrp="1"/>
          </p:cNvSpPr>
          <p:nvPr/>
        </p:nvSpPr>
        <p:spPr>
          <a:xfrm>
            <a:off x="5562600" y="9439275"/>
            <a:ext cx="152400" cy="1714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noGrp="1"/>
          </p:cNvSpPr>
          <p:nvPr/>
        </p:nvSpPr>
        <p:spPr>
          <a:xfrm>
            <a:off x="2395728" y="9639300"/>
            <a:ext cx="6473952" cy="6229350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noGrp="1"/>
          </p:cNvSpPr>
          <p:nvPr/>
        </p:nvSpPr>
        <p:spPr>
          <a:xfrm>
            <a:off x="2459736" y="97033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noGrp="1"/>
          </p:cNvSpPr>
          <p:nvPr/>
        </p:nvSpPr>
        <p:spPr>
          <a:xfrm>
            <a:off x="2638425" y="97059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noGrp="1"/>
          </p:cNvSpPr>
          <p:nvPr/>
        </p:nvSpPr>
        <p:spPr>
          <a:xfrm>
            <a:off x="2578608" y="10191750"/>
            <a:ext cx="6108192" cy="571500"/>
          </a:xfrm>
          <a:prstGeom prst="roundRect">
            <a:avLst>
              <a:gd name="adj" fmla="val 16667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noGrp="1"/>
          </p:cNvSpPr>
          <p:nvPr/>
        </p:nvSpPr>
        <p:spPr>
          <a:xfrm>
            <a:off x="2645283" y="10277475"/>
            <a:ext cx="597484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noGrp="1"/>
          </p:cNvSpPr>
          <p:nvPr/>
        </p:nvSpPr>
        <p:spPr>
          <a:xfrm>
            <a:off x="2664333" y="10582275"/>
            <a:ext cx="5936742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noGrp="1"/>
          </p:cNvSpPr>
          <p:nvPr/>
        </p:nvSpPr>
        <p:spPr>
          <a:xfrm>
            <a:off x="4010025" y="10772775"/>
            <a:ext cx="19050" cy="6667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noGrp="1"/>
          </p:cNvSpPr>
          <p:nvPr/>
        </p:nvSpPr>
        <p:spPr>
          <a:xfrm>
            <a:off x="7258050" y="10772775"/>
            <a:ext cx="19050" cy="6667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文字_85">
            <a:extLst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noGrp="1"/>
          </p:cNvSpPr>
          <p:nvPr/>
        </p:nvSpPr>
        <p:spPr>
          <a:xfrm>
            <a:off x="2733675" y="10820400"/>
            <a:ext cx="25717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noGrp="1"/>
          </p:cNvSpPr>
          <p:nvPr/>
        </p:nvSpPr>
        <p:spPr>
          <a:xfrm>
            <a:off x="5981700" y="10820400"/>
            <a:ext cx="25717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noGrp="1"/>
          </p:cNvSpPr>
          <p:nvPr/>
        </p:nvSpPr>
        <p:spPr>
          <a:xfrm>
            <a:off x="3933825" y="10982325"/>
            <a:ext cx="152400" cy="1143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8" name="流程箭头_88">
            <a:extLst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noGrp="1"/>
          </p:cNvSpPr>
          <p:nvPr/>
        </p:nvSpPr>
        <p:spPr>
          <a:xfrm>
            <a:off x="7181850" y="10982325"/>
            <a:ext cx="152400" cy="1143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9" name="容器_89">
            <a:extLst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noGrp="1"/>
          </p:cNvSpPr>
          <p:nvPr/>
        </p:nvSpPr>
        <p:spPr>
          <a:xfrm>
            <a:off x="2578608" y="11106150"/>
            <a:ext cx="2862072" cy="3143250"/>
          </a:xfrm>
          <a:prstGeom prst="roundRect">
            <a:avLst>
              <a:gd name="adj" fmla="val 2995"/>
            </a:avLst>
          </a:prstGeom>
          <a:solidFill>
            <a:srgbClr val="F7FCF8"/>
          </a:solidFill>
          <a:ln w="16193">
            <a:solidFill>
              <a:srgbClr val="21864B"/>
            </a:solidFill>
          </a:ln>
        </p:spPr>
      </p:sp>
      <p:sp>
        <p:nvSpPr>
          <p:cNvPr id="90" name="容器_90">
            <a:extLst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noGrp="1"/>
          </p:cNvSpPr>
          <p:nvPr/>
        </p:nvSpPr>
        <p:spPr>
          <a:xfrm>
            <a:off x="5824728" y="11106150"/>
            <a:ext cx="2862072" cy="3143250"/>
          </a:xfrm>
          <a:prstGeom prst="roundRect">
            <a:avLst>
              <a:gd name="adj" fmla="val 2995"/>
            </a:avLst>
          </a:prstGeom>
          <a:solidFill>
            <a:srgbClr val="F7FCF8"/>
          </a:solidFill>
          <a:ln w="16193">
            <a:solidFill>
              <a:srgbClr val="21864B"/>
            </a:solidFill>
          </a:ln>
        </p:spPr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noGrp="1"/>
          </p:cNvSpPr>
          <p:nvPr/>
        </p:nvSpPr>
        <p:spPr>
          <a:xfrm>
            <a:off x="2676525" y="111728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noGrp="1"/>
          </p:cNvSpPr>
          <p:nvPr/>
        </p:nvSpPr>
        <p:spPr>
          <a:xfrm>
            <a:off x="5924550" y="111728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noGrp="1"/>
          </p:cNvSpPr>
          <p:nvPr/>
        </p:nvSpPr>
        <p:spPr>
          <a:xfrm>
            <a:off x="2667000" y="115633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4" name="文字_94">
            <a:extLst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noGrp="1"/>
          </p:cNvSpPr>
          <p:nvPr/>
        </p:nvSpPr>
        <p:spPr>
          <a:xfrm>
            <a:off x="2733675" y="116490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noGrp="1"/>
          </p:cNvSpPr>
          <p:nvPr/>
        </p:nvSpPr>
        <p:spPr>
          <a:xfrm>
            <a:off x="2752725" y="119634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noGrp="1"/>
          </p:cNvSpPr>
          <p:nvPr/>
        </p:nvSpPr>
        <p:spPr>
          <a:xfrm>
            <a:off x="2667000" y="1243012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7" name="文字_97">
            <a:extLst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noGrp="1"/>
          </p:cNvSpPr>
          <p:nvPr/>
        </p:nvSpPr>
        <p:spPr>
          <a:xfrm>
            <a:off x="2733675" y="1251585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noGrp="1"/>
          </p:cNvSpPr>
          <p:nvPr/>
        </p:nvSpPr>
        <p:spPr>
          <a:xfrm>
            <a:off x="2752725" y="1283017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noGrp="1"/>
          </p:cNvSpPr>
          <p:nvPr/>
        </p:nvSpPr>
        <p:spPr>
          <a:xfrm>
            <a:off x="2667000" y="132969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0" name="文字_100">
            <a:extLst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noGrp="1"/>
          </p:cNvSpPr>
          <p:nvPr/>
        </p:nvSpPr>
        <p:spPr>
          <a:xfrm>
            <a:off x="2733675" y="133826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noGrp="1"/>
          </p:cNvSpPr>
          <p:nvPr/>
        </p:nvSpPr>
        <p:spPr>
          <a:xfrm>
            <a:off x="2752725" y="136969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noGrp="1"/>
          </p:cNvSpPr>
          <p:nvPr/>
        </p:nvSpPr>
        <p:spPr>
          <a:xfrm>
            <a:off x="5915025" y="1156335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3" name="文字_103">
            <a:extLst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noGrp="1"/>
          </p:cNvSpPr>
          <p:nvPr/>
        </p:nvSpPr>
        <p:spPr>
          <a:xfrm>
            <a:off x="5981700" y="1164907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noGrp="1"/>
          </p:cNvSpPr>
          <p:nvPr/>
        </p:nvSpPr>
        <p:spPr>
          <a:xfrm>
            <a:off x="6000750" y="1196340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noGrp="1"/>
          </p:cNvSpPr>
          <p:nvPr/>
        </p:nvSpPr>
        <p:spPr>
          <a:xfrm>
            <a:off x="5915025" y="12430125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6" name="文字_106">
            <a:extLst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noGrp="1"/>
          </p:cNvSpPr>
          <p:nvPr/>
        </p:nvSpPr>
        <p:spPr>
          <a:xfrm>
            <a:off x="5981700" y="12515850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noGrp="1"/>
          </p:cNvSpPr>
          <p:nvPr/>
        </p:nvSpPr>
        <p:spPr>
          <a:xfrm>
            <a:off x="6000750" y="12830175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noGrp="1"/>
          </p:cNvSpPr>
          <p:nvPr/>
        </p:nvSpPr>
        <p:spPr>
          <a:xfrm>
            <a:off x="5915025" y="13296900"/>
            <a:ext cx="2676525" cy="771525"/>
          </a:xfrm>
          <a:prstGeom prst="roundRect">
            <a:avLst>
              <a:gd name="adj" fmla="val 1234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09" name="文字_109">
            <a:extLst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noGrp="1"/>
          </p:cNvSpPr>
          <p:nvPr/>
        </p:nvSpPr>
        <p:spPr>
          <a:xfrm>
            <a:off x="5981700" y="13382625"/>
            <a:ext cx="25431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noGrp="1"/>
          </p:cNvSpPr>
          <p:nvPr/>
        </p:nvSpPr>
        <p:spPr>
          <a:xfrm>
            <a:off x="6000750" y="13696950"/>
            <a:ext cx="25050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noGrp="1"/>
          </p:cNvSpPr>
          <p:nvPr/>
        </p:nvSpPr>
        <p:spPr>
          <a:xfrm>
            <a:off x="5505450" y="12725400"/>
            <a:ext cx="257175" cy="17145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2" name="连接线_112">
            <a:extLst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noGrp="1"/>
          </p:cNvSpPr>
          <p:nvPr/>
        </p:nvSpPr>
        <p:spPr>
          <a:xfrm>
            <a:off x="4010025" y="14277975"/>
            <a:ext cx="19050" cy="1524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连接线_113">
            <a:extLst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noGrp="1"/>
          </p:cNvSpPr>
          <p:nvPr/>
        </p:nvSpPr>
        <p:spPr>
          <a:xfrm>
            <a:off x="7258050" y="14277975"/>
            <a:ext cx="19050" cy="1524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4" name="连接线_114">
            <a:extLst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noGrp="1"/>
          </p:cNvSpPr>
          <p:nvPr/>
        </p:nvSpPr>
        <p:spPr>
          <a:xfrm>
            <a:off x="4010025" y="144303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5" name="流程箭头_115">
            <a:extLst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noGrp="1"/>
          </p:cNvSpPr>
          <p:nvPr/>
        </p:nvSpPr>
        <p:spPr>
          <a:xfrm>
            <a:off x="5562600" y="14439900"/>
            <a:ext cx="152400" cy="200025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6" name="行为反馈更新有效运力、到达流与运输需求_116">
            <a:extLst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noGrp="1"/>
          </p:cNvSpPr>
          <p:nvPr/>
        </p:nvSpPr>
        <p:spPr>
          <a:xfrm>
            <a:off x="2578608" y="14678025"/>
            <a:ext cx="6108192" cy="619125"/>
          </a:xfrm>
          <a:prstGeom prst="roundRect">
            <a:avLst>
              <a:gd name="adj" fmla="val 15385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noGrp="1"/>
          </p:cNvSpPr>
          <p:nvPr/>
        </p:nvSpPr>
        <p:spPr>
          <a:xfrm>
            <a:off x="2645283" y="14763750"/>
            <a:ext cx="5974842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noGrp="1"/>
          </p:cNvSpPr>
          <p:nvPr/>
        </p:nvSpPr>
        <p:spPr>
          <a:xfrm>
            <a:off x="2664333" y="15068550"/>
            <a:ext cx="5936742" cy="142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noGrp="1"/>
          </p:cNvSpPr>
          <p:nvPr/>
        </p:nvSpPr>
        <p:spPr>
          <a:xfrm>
            <a:off x="2578608" y="15335250"/>
            <a:ext cx="610819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noGrp="1"/>
          </p:cNvSpPr>
          <p:nvPr/>
        </p:nvSpPr>
        <p:spPr>
          <a:xfrm>
            <a:off x="2276475" y="1498282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1" name="连接线_121">
            <a:extLst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noGrp="1"/>
          </p:cNvSpPr>
          <p:nvPr/>
        </p:nvSpPr>
        <p:spPr>
          <a:xfrm>
            <a:off x="2276475" y="4619625"/>
            <a:ext cx="19050" cy="10363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2" name="连接线_122">
            <a:extLst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noGrp="1"/>
          </p:cNvSpPr>
          <p:nvPr/>
        </p:nvSpPr>
        <p:spPr>
          <a:xfrm>
            <a:off x="2276475" y="4619625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3" name="流程箭头_123">
            <a:extLst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noGrp="1"/>
          </p:cNvSpPr>
          <p:nvPr/>
        </p:nvSpPr>
        <p:spPr>
          <a:xfrm>
            <a:off x="2419350" y="4552950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noGrp="1"/>
          </p:cNvSpPr>
          <p:nvPr/>
        </p:nvSpPr>
        <p:spPr>
          <a:xfrm>
            <a:off x="8686800" y="1498282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5" name="连接线_125">
            <a:extLst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noGrp="1"/>
          </p:cNvSpPr>
          <p:nvPr/>
        </p:nvSpPr>
        <p:spPr>
          <a:xfrm>
            <a:off x="9020175" y="4619625"/>
            <a:ext cx="19050" cy="10363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6" name="连接线_126">
            <a:extLst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noGrp="1"/>
          </p:cNvSpPr>
          <p:nvPr/>
        </p:nvSpPr>
        <p:spPr>
          <a:xfrm>
            <a:off x="8858250" y="4619625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7" name="流程箭头_127">
            <a:extLst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noGrp="1"/>
          </p:cNvSpPr>
          <p:nvPr/>
        </p:nvSpPr>
        <p:spPr>
          <a:xfrm>
            <a:off x="8686800" y="4552950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28" name="容器_128">
            <a:extLst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noGrp="1"/>
          </p:cNvSpPr>
          <p:nvPr/>
        </p:nvSpPr>
        <p:spPr>
          <a:xfrm>
            <a:off x="2124075" y="10391775"/>
            <a:ext cx="257175" cy="838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9" name="容器_129">
            <a:extLst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noGrp="1"/>
          </p:cNvSpPr>
          <p:nvPr/>
        </p:nvSpPr>
        <p:spPr>
          <a:xfrm>
            <a:off x="8877300" y="10877550"/>
            <a:ext cx="266700" cy="1114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0" name="文字_130">
            <a:extLst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noGrp="1"/>
          </p:cNvSpPr>
          <p:nvPr/>
        </p:nvSpPr>
        <p:spPr>
          <a:xfrm>
            <a:off x="2143125" y="9763125"/>
            <a:ext cx="238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noGrp="1"/>
          </p:cNvSpPr>
          <p:nvPr/>
        </p:nvSpPr>
        <p:spPr>
          <a:xfrm>
            <a:off x="8896350" y="10191750"/>
            <a:ext cx="2381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952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33" name="研究模块_133">
            <a:extLst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noGrp="1"/>
          </p:cNvSpPr>
          <p:nvPr/>
        </p:nvSpPr>
        <p:spPr>
          <a:xfrm>
            <a:off x="2395728" y="16002000"/>
            <a:ext cx="6473952" cy="75438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4" name="模块标题背景_134">
            <a:extLst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noGrp="1"/>
          </p:cNvSpPr>
          <p:nvPr/>
        </p:nvSpPr>
        <p:spPr>
          <a:xfrm>
            <a:off x="2459736" y="160660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5" name="模块标题_135">
            <a:extLst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noGrp="1"/>
          </p:cNvSpPr>
          <p:nvPr/>
        </p:nvSpPr>
        <p:spPr>
          <a:xfrm>
            <a:off x="2638425" y="160686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noGrp="1"/>
          </p:cNvSpPr>
          <p:nvPr/>
        </p:nvSpPr>
        <p:spPr>
          <a:xfrm>
            <a:off x="2578608" y="16554450"/>
            <a:ext cx="6108192" cy="790575"/>
          </a:xfrm>
          <a:prstGeom prst="roundRect">
            <a:avLst>
              <a:gd name="adj" fmla="val 1204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7" name="文字_137">
            <a:extLst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noGrp="1"/>
          </p:cNvSpPr>
          <p:nvPr/>
        </p:nvSpPr>
        <p:spPr>
          <a:xfrm>
            <a:off x="2645283" y="16640175"/>
            <a:ext cx="597484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noGrp="1"/>
          </p:cNvSpPr>
          <p:nvPr/>
        </p:nvSpPr>
        <p:spPr>
          <a:xfrm>
            <a:off x="2664333" y="16983075"/>
            <a:ext cx="5936742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noGrp="1"/>
          </p:cNvSpPr>
          <p:nvPr/>
        </p:nvSpPr>
        <p:spPr>
          <a:xfrm>
            <a:off x="5562600" y="17383125"/>
            <a:ext cx="152400" cy="18097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融合运行与市场行为反馈的航运动态响应模型_140">
            <a:extLst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noGrp="1"/>
          </p:cNvSpPr>
          <p:nvPr/>
        </p:nvSpPr>
        <p:spPr>
          <a:xfrm>
            <a:off x="2578608" y="17592675"/>
            <a:ext cx="6108192" cy="1133475"/>
          </a:xfrm>
          <a:prstGeom prst="roundRect">
            <a:avLst>
              <a:gd name="adj" fmla="val 840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1" name="文字_141">
            <a:extLst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noGrp="1"/>
          </p:cNvSpPr>
          <p:nvPr/>
        </p:nvSpPr>
        <p:spPr>
          <a:xfrm>
            <a:off x="2645283" y="17678400"/>
            <a:ext cx="597484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noGrp="1"/>
          </p:cNvSpPr>
          <p:nvPr/>
        </p:nvSpPr>
        <p:spPr>
          <a:xfrm>
            <a:off x="2664333" y="18049875"/>
            <a:ext cx="5936742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noGrp="1"/>
          </p:cNvSpPr>
          <p:nvPr/>
        </p:nvSpPr>
        <p:spPr>
          <a:xfrm>
            <a:off x="5638800" y="18745200"/>
            <a:ext cx="19050" cy="95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4" name="连接线_144">
            <a:extLst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noGrp="1"/>
          </p:cNvSpPr>
          <p:nvPr/>
        </p:nvSpPr>
        <p:spPr>
          <a:xfrm>
            <a:off x="4010025" y="1884045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5" name="流程箭头_145">
            <a:extLst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noGrp="1"/>
          </p:cNvSpPr>
          <p:nvPr/>
        </p:nvSpPr>
        <p:spPr>
          <a:xfrm>
            <a:off x="3933825" y="18849975"/>
            <a:ext cx="152400" cy="1619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流程箭头_146">
            <a:extLst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noGrp="1"/>
          </p:cNvSpPr>
          <p:nvPr/>
        </p:nvSpPr>
        <p:spPr>
          <a:xfrm>
            <a:off x="7181850" y="18849975"/>
            <a:ext cx="152400" cy="1619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典型事件参数校准_147">
            <a:extLst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noGrp="1"/>
          </p:cNvSpPr>
          <p:nvPr/>
        </p:nvSpPr>
        <p:spPr>
          <a:xfrm>
            <a:off x="2578608" y="19030950"/>
            <a:ext cx="2862072" cy="1419225"/>
          </a:xfrm>
          <a:prstGeom prst="roundRect">
            <a:avLst>
              <a:gd name="adj" fmla="val 6711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48" name="文字_148">
            <a:extLst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noGrp="1"/>
          </p:cNvSpPr>
          <p:nvPr/>
        </p:nvSpPr>
        <p:spPr>
          <a:xfrm>
            <a:off x="2645283" y="19116675"/>
            <a:ext cx="272872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noGrp="1"/>
          </p:cNvSpPr>
          <p:nvPr/>
        </p:nvSpPr>
        <p:spPr>
          <a:xfrm>
            <a:off x="2664333" y="19535775"/>
            <a:ext cx="2690622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noGrp="1"/>
          </p:cNvSpPr>
          <p:nvPr/>
        </p:nvSpPr>
        <p:spPr>
          <a:xfrm>
            <a:off x="5824728" y="19030950"/>
            <a:ext cx="2862072" cy="1419225"/>
          </a:xfrm>
          <a:prstGeom prst="roundRect">
            <a:avLst>
              <a:gd name="adj" fmla="val 6711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noGrp="1"/>
          </p:cNvSpPr>
          <p:nvPr/>
        </p:nvSpPr>
        <p:spPr>
          <a:xfrm>
            <a:off x="5891403" y="19116675"/>
            <a:ext cx="272872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noGrp="1"/>
          </p:cNvSpPr>
          <p:nvPr/>
        </p:nvSpPr>
        <p:spPr>
          <a:xfrm>
            <a:off x="5910453" y="19535775"/>
            <a:ext cx="2690622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noGrp="1"/>
          </p:cNvSpPr>
          <p:nvPr/>
        </p:nvSpPr>
        <p:spPr>
          <a:xfrm>
            <a:off x="2276475" y="1971675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4" name="连接线_154">
            <a:extLst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noGrp="1"/>
          </p:cNvSpPr>
          <p:nvPr/>
        </p:nvSpPr>
        <p:spPr>
          <a:xfrm>
            <a:off x="2276475" y="18097500"/>
            <a:ext cx="19050" cy="1619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5" name="流程箭头_155">
            <a:extLst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noGrp="1"/>
          </p:cNvSpPr>
          <p:nvPr/>
        </p:nvSpPr>
        <p:spPr>
          <a:xfrm>
            <a:off x="2419350" y="18030825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6" name="连接线_156">
            <a:extLst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noGrp="1"/>
          </p:cNvSpPr>
          <p:nvPr/>
        </p:nvSpPr>
        <p:spPr>
          <a:xfrm>
            <a:off x="2276475" y="18097500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7" name="连接线_157">
            <a:extLst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noGrp="1"/>
          </p:cNvSpPr>
          <p:nvPr/>
        </p:nvSpPr>
        <p:spPr>
          <a:xfrm>
            <a:off x="8686800" y="1971675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8" name="连接线_158">
            <a:extLst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noGrp="1"/>
          </p:cNvSpPr>
          <p:nvPr/>
        </p:nvSpPr>
        <p:spPr>
          <a:xfrm>
            <a:off x="9020175" y="18097500"/>
            <a:ext cx="19050" cy="16192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9" name="连接线_159">
            <a:extLst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noGrp="1"/>
          </p:cNvSpPr>
          <p:nvPr/>
        </p:nvSpPr>
        <p:spPr>
          <a:xfrm>
            <a:off x="8858250" y="18097500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0" name="流程箭头_160">
            <a:extLst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noGrp="1"/>
          </p:cNvSpPr>
          <p:nvPr/>
        </p:nvSpPr>
        <p:spPr>
          <a:xfrm>
            <a:off x="8686800" y="18030825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1" name="容器_161">
            <a:extLst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noGrp="1"/>
          </p:cNvSpPr>
          <p:nvPr/>
        </p:nvSpPr>
        <p:spPr>
          <a:xfrm>
            <a:off x="2124075" y="18888075"/>
            <a:ext cx="257175" cy="6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2" name="容器_162">
            <a:extLst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noGrp="1"/>
          </p:cNvSpPr>
          <p:nvPr/>
        </p:nvSpPr>
        <p:spPr>
          <a:xfrm>
            <a:off x="8877300" y="18888075"/>
            <a:ext cx="266700" cy="6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3" name="文字_163">
            <a:extLst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noGrp="1"/>
          </p:cNvSpPr>
          <p:nvPr/>
        </p:nvSpPr>
        <p:spPr>
          <a:xfrm>
            <a:off x="2143125" y="18745200"/>
            <a:ext cx="2381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noGrp="1"/>
          </p:cNvSpPr>
          <p:nvPr/>
        </p:nvSpPr>
        <p:spPr>
          <a:xfrm>
            <a:off x="8896350" y="18745200"/>
            <a:ext cx="2381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noGrp="1"/>
          </p:cNvSpPr>
          <p:nvPr/>
        </p:nvSpPr>
        <p:spPr>
          <a:xfrm>
            <a:off x="4010025" y="20507325"/>
            <a:ext cx="19050" cy="1524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6" name="连接线_166">
            <a:extLst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noGrp="1"/>
          </p:cNvSpPr>
          <p:nvPr/>
        </p:nvSpPr>
        <p:spPr>
          <a:xfrm>
            <a:off x="7258050" y="20507325"/>
            <a:ext cx="19050" cy="1524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7" name="连接线_167">
            <a:extLst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noGrp="1"/>
          </p:cNvSpPr>
          <p:nvPr/>
        </p:nvSpPr>
        <p:spPr>
          <a:xfrm>
            <a:off x="4010025" y="2065972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8" name="流程箭头_168">
            <a:extLst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noGrp="1"/>
          </p:cNvSpPr>
          <p:nvPr/>
        </p:nvSpPr>
        <p:spPr>
          <a:xfrm>
            <a:off x="5562600" y="20669250"/>
            <a:ext cx="152400" cy="200025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69" name="多情景传播与恢复推演_169">
            <a:extLst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noGrp="1"/>
          </p:cNvSpPr>
          <p:nvPr/>
        </p:nvSpPr>
        <p:spPr>
          <a:xfrm>
            <a:off x="2578608" y="20907375"/>
            <a:ext cx="6108192" cy="1066800"/>
          </a:xfrm>
          <a:prstGeom prst="roundRect">
            <a:avLst>
              <a:gd name="adj" fmla="val 8929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0" name="文字_170">
            <a:extLst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noGrp="1"/>
          </p:cNvSpPr>
          <p:nvPr/>
        </p:nvSpPr>
        <p:spPr>
          <a:xfrm>
            <a:off x="2645283" y="20993100"/>
            <a:ext cx="597484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noGrp="1"/>
          </p:cNvSpPr>
          <p:nvPr/>
        </p:nvSpPr>
        <p:spPr>
          <a:xfrm>
            <a:off x="2664333" y="21336000"/>
            <a:ext cx="5936742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noGrp="1"/>
          </p:cNvSpPr>
          <p:nvPr/>
        </p:nvSpPr>
        <p:spPr>
          <a:xfrm>
            <a:off x="5562600" y="22002750"/>
            <a:ext cx="152400" cy="1524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73" name="供需失配与放大阈值_173">
            <a:extLst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noGrp="1"/>
          </p:cNvSpPr>
          <p:nvPr/>
        </p:nvSpPr>
        <p:spPr>
          <a:xfrm>
            <a:off x="2578608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4" name="文字_174">
            <a:extLst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noGrp="1"/>
          </p:cNvSpPr>
          <p:nvPr/>
        </p:nvSpPr>
        <p:spPr>
          <a:xfrm>
            <a:off x="2645283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noGrp="1"/>
          </p:cNvSpPr>
          <p:nvPr/>
        </p:nvSpPr>
        <p:spPr>
          <a:xfrm>
            <a:off x="2664333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noGrp="1"/>
          </p:cNvSpPr>
          <p:nvPr/>
        </p:nvSpPr>
        <p:spPr>
          <a:xfrm>
            <a:off x="4724400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7" name="文字_177">
            <a:extLst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noGrp="1"/>
          </p:cNvSpPr>
          <p:nvPr/>
        </p:nvSpPr>
        <p:spPr>
          <a:xfrm>
            <a:off x="4791075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noGrp="1"/>
          </p:cNvSpPr>
          <p:nvPr/>
        </p:nvSpPr>
        <p:spPr>
          <a:xfrm>
            <a:off x="4810125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noGrp="1"/>
          </p:cNvSpPr>
          <p:nvPr/>
        </p:nvSpPr>
        <p:spPr>
          <a:xfrm>
            <a:off x="6870192" y="22193250"/>
            <a:ext cx="1816608" cy="1276350"/>
          </a:xfrm>
          <a:prstGeom prst="roundRect">
            <a:avLst>
              <a:gd name="adj" fmla="val 746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0" name="文字_180">
            <a:extLst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noGrp="1"/>
          </p:cNvSpPr>
          <p:nvPr/>
        </p:nvSpPr>
        <p:spPr>
          <a:xfrm>
            <a:off x="6936867" y="22278975"/>
            <a:ext cx="1683258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noGrp="1"/>
          </p:cNvSpPr>
          <p:nvPr/>
        </p:nvSpPr>
        <p:spPr>
          <a:xfrm>
            <a:off x="6955917" y="22640925"/>
            <a:ext cx="16451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noGrp="1"/>
          </p:cNvSpPr>
          <p:nvPr/>
        </p:nvSpPr>
        <p:spPr>
          <a:xfrm>
            <a:off x="9784080" y="1381125"/>
            <a:ext cx="2084832" cy="233362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3" name="文字_183">
            <a:extLst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noGrp="1"/>
          </p:cNvSpPr>
          <p:nvPr/>
        </p:nvSpPr>
        <p:spPr>
          <a:xfrm>
            <a:off x="9850755" y="1466850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noGrp="1"/>
          </p:cNvSpPr>
          <p:nvPr/>
        </p:nvSpPr>
        <p:spPr>
          <a:xfrm>
            <a:off x="9869805" y="1952625"/>
            <a:ext cx="1913382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noGrp="1"/>
          </p:cNvSpPr>
          <p:nvPr/>
        </p:nvSpPr>
        <p:spPr>
          <a:xfrm>
            <a:off x="9784080" y="4143375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6" name="文字_186">
            <a:extLst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noGrp="1"/>
          </p:cNvSpPr>
          <p:nvPr/>
        </p:nvSpPr>
        <p:spPr>
          <a:xfrm>
            <a:off x="9850755" y="4229100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noGrp="1"/>
          </p:cNvSpPr>
          <p:nvPr/>
        </p:nvSpPr>
        <p:spPr>
          <a:xfrm>
            <a:off x="9869805" y="4714875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noGrp="1"/>
          </p:cNvSpPr>
          <p:nvPr/>
        </p:nvSpPr>
        <p:spPr>
          <a:xfrm>
            <a:off x="9784080" y="7067550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9" name="文字_189">
            <a:extLst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noGrp="1"/>
          </p:cNvSpPr>
          <p:nvPr/>
        </p:nvSpPr>
        <p:spPr>
          <a:xfrm>
            <a:off x="9850755" y="715327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noGrp="1"/>
          </p:cNvSpPr>
          <p:nvPr/>
        </p:nvSpPr>
        <p:spPr>
          <a:xfrm>
            <a:off x="9869805" y="7639050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noGrp="1"/>
          </p:cNvSpPr>
          <p:nvPr/>
        </p:nvSpPr>
        <p:spPr>
          <a:xfrm>
            <a:off x="9784080" y="10858500"/>
            <a:ext cx="2084832" cy="242887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2" name="文字_192">
            <a:extLst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noGrp="1"/>
          </p:cNvSpPr>
          <p:nvPr/>
        </p:nvSpPr>
        <p:spPr>
          <a:xfrm>
            <a:off x="9850755" y="109442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noGrp="1"/>
          </p:cNvSpPr>
          <p:nvPr/>
        </p:nvSpPr>
        <p:spPr>
          <a:xfrm>
            <a:off x="9869805" y="11430000"/>
            <a:ext cx="1913382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noGrp="1"/>
          </p:cNvSpPr>
          <p:nvPr/>
        </p:nvSpPr>
        <p:spPr>
          <a:xfrm>
            <a:off x="9784080" y="13906500"/>
            <a:ext cx="2084832" cy="1619250"/>
          </a:xfrm>
          <a:prstGeom prst="roundRect">
            <a:avLst>
              <a:gd name="adj" fmla="val 588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5" name="文字_195">
            <a:extLst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noGrp="1"/>
          </p:cNvSpPr>
          <p:nvPr/>
        </p:nvSpPr>
        <p:spPr>
          <a:xfrm>
            <a:off x="9850755" y="139922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noGrp="1"/>
          </p:cNvSpPr>
          <p:nvPr/>
        </p:nvSpPr>
        <p:spPr>
          <a:xfrm>
            <a:off x="9869805" y="14478000"/>
            <a:ext cx="1913382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noGrp="1"/>
          </p:cNvSpPr>
          <p:nvPr/>
        </p:nvSpPr>
        <p:spPr>
          <a:xfrm>
            <a:off x="9784080" y="17811750"/>
            <a:ext cx="2084832" cy="2190750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8" name="文字_198">
            <a:extLst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noGrp="1"/>
          </p:cNvSpPr>
          <p:nvPr/>
        </p:nvSpPr>
        <p:spPr>
          <a:xfrm>
            <a:off x="9850755" y="1789747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noGrp="1"/>
          </p:cNvSpPr>
          <p:nvPr/>
        </p:nvSpPr>
        <p:spPr>
          <a:xfrm>
            <a:off x="9869805" y="18383250"/>
            <a:ext cx="1913382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noGrp="1"/>
          </p:cNvSpPr>
          <p:nvPr/>
        </p:nvSpPr>
        <p:spPr>
          <a:xfrm>
            <a:off x="9784080" y="20955000"/>
            <a:ext cx="2084832" cy="2143125"/>
          </a:xfrm>
          <a:prstGeom prst="roundRect">
            <a:avLst>
              <a:gd name="adj" fmla="val 4569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1" name="文字_201">
            <a:extLst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noGrp="1"/>
          </p:cNvSpPr>
          <p:nvPr/>
        </p:nvSpPr>
        <p:spPr>
          <a:xfrm>
            <a:off x="9850755" y="21040725"/>
            <a:ext cx="1951482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noGrp="1"/>
          </p:cNvSpPr>
          <p:nvPr/>
        </p:nvSpPr>
        <p:spPr>
          <a:xfrm>
            <a:off x="9869805" y="21526500"/>
            <a:ext cx="1913382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noGrp="1"/>
          </p:cNvSpPr>
          <p:nvPr/>
        </p:nvSpPr>
        <p:spPr>
          <a:xfrm>
            <a:off x="10753725" y="37814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4" name="流程箭头_204">
            <a:extLst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noGrp="1"/>
          </p:cNvSpPr>
          <p:nvPr/>
        </p:nvSpPr>
        <p:spPr>
          <a:xfrm>
            <a:off x="10753725" y="6534150"/>
            <a:ext cx="152400" cy="3619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5" name="流程箭头_205">
            <a:extLst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noGrp="1"/>
          </p:cNvSpPr>
          <p:nvPr/>
        </p:nvSpPr>
        <p:spPr>
          <a:xfrm>
            <a:off x="10753725" y="9372600"/>
            <a:ext cx="152400" cy="12382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6" name="流程箭头_206">
            <a:extLst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noGrp="1"/>
          </p:cNvSpPr>
          <p:nvPr/>
        </p:nvSpPr>
        <p:spPr>
          <a:xfrm>
            <a:off x="10753725" y="13401675"/>
            <a:ext cx="152400" cy="33337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7" name="流程箭头_207">
            <a:extLst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noGrp="1"/>
          </p:cNvSpPr>
          <p:nvPr/>
        </p:nvSpPr>
        <p:spPr>
          <a:xfrm>
            <a:off x="10753725" y="15659100"/>
            <a:ext cx="152400" cy="19145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8" name="流程箭头_208">
            <a:extLst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noGrp="1"/>
          </p:cNvSpPr>
          <p:nvPr/>
        </p:nvSpPr>
        <p:spPr>
          <a:xfrm>
            <a:off x="10753725" y="20126325"/>
            <a:ext cx="152400" cy="581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209" name="集成支撑_209">
            <a:extLst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noGrp="1"/>
          </p:cNvSpPr>
          <p:nvPr/>
        </p:nvSpPr>
        <p:spPr>
          <a:xfrm>
            <a:off x="9784080" y="23374350"/>
            <a:ext cx="2084832" cy="990600"/>
          </a:xfrm>
          <a:prstGeom prst="roundRect">
            <a:avLst>
              <a:gd name="adj" fmla="val 9615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10" name="文字_210">
            <a:extLst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noGrp="1"/>
          </p:cNvSpPr>
          <p:nvPr/>
        </p:nvSpPr>
        <p:spPr>
          <a:xfrm>
            <a:off x="9858375" y="23460075"/>
            <a:ext cx="19335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noGrp="1"/>
          </p:cNvSpPr>
          <p:nvPr/>
        </p:nvSpPr>
        <p:spPr>
          <a:xfrm>
            <a:off x="2395728" y="23622000"/>
            <a:ext cx="6473952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noGrp="1"/>
          </p:cNvSpPr>
          <p:nvPr/>
        </p:nvSpPr>
        <p:spPr>
          <a:xfrm>
            <a:off x="896112" y="246411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总标题_1">
            <a:extLst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数据侧栏_4">
            <a:extLst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noGrp="1"/>
          </p:cNvSpPr>
          <p:nvPr/>
        </p:nvSpPr>
        <p:spPr>
          <a:xfrm>
            <a:off x="329184" y="8349888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  <a:endParaRPr sz="165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noGrp="1"/>
          </p:cNvSpPr>
          <p:nvPr/>
        </p:nvSpPr>
        <p:spPr>
          <a:xfrm>
            <a:off x="9198864" y="8191500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17335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noGrp="1"/>
          </p:cNvSpPr>
          <p:nvPr/>
        </p:nvSpPr>
        <p:spPr>
          <a:xfrm>
            <a:off x="972312" y="14478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noGrp="1"/>
          </p:cNvSpPr>
          <p:nvPr/>
        </p:nvSpPr>
        <p:spPr>
          <a:xfrm>
            <a:off x="1000887" y="1943100"/>
            <a:ext cx="97917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noGrp="1"/>
          </p:cNvSpPr>
          <p:nvPr/>
        </p:nvSpPr>
        <p:spPr>
          <a:xfrm>
            <a:off x="896112" y="3476625"/>
            <a:ext cx="1188720" cy="20383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noGrp="1"/>
          </p:cNvSpPr>
          <p:nvPr/>
        </p:nvSpPr>
        <p:spPr>
          <a:xfrm>
            <a:off x="972312" y="35433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noGrp="1"/>
          </p:cNvSpPr>
          <p:nvPr/>
        </p:nvSpPr>
        <p:spPr>
          <a:xfrm>
            <a:off x="1000887" y="4038600"/>
            <a:ext cx="97917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noGrp="1"/>
          </p:cNvSpPr>
          <p:nvPr/>
        </p:nvSpPr>
        <p:spPr>
          <a:xfrm>
            <a:off x="896112" y="5724525"/>
            <a:ext cx="1188720" cy="1571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noGrp="1"/>
          </p:cNvSpPr>
          <p:nvPr/>
        </p:nvSpPr>
        <p:spPr>
          <a:xfrm>
            <a:off x="972312" y="57912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noGrp="1"/>
          </p:cNvSpPr>
          <p:nvPr/>
        </p:nvSpPr>
        <p:spPr>
          <a:xfrm>
            <a:off x="1000887" y="6286500"/>
            <a:ext cx="97917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noGrp="1"/>
          </p:cNvSpPr>
          <p:nvPr/>
        </p:nvSpPr>
        <p:spPr>
          <a:xfrm>
            <a:off x="896112" y="8210550"/>
            <a:ext cx="1188720" cy="18288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noGrp="1"/>
          </p:cNvSpPr>
          <p:nvPr/>
        </p:nvSpPr>
        <p:spPr>
          <a:xfrm>
            <a:off x="972312" y="827722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noGrp="1"/>
          </p:cNvSpPr>
          <p:nvPr/>
        </p:nvSpPr>
        <p:spPr>
          <a:xfrm>
            <a:off x="1000887" y="8772525"/>
            <a:ext cx="97917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noGrp="1"/>
          </p:cNvSpPr>
          <p:nvPr/>
        </p:nvSpPr>
        <p:spPr>
          <a:xfrm>
            <a:off x="896112" y="14592300"/>
            <a:ext cx="1188720" cy="19431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noGrp="1"/>
          </p:cNvSpPr>
          <p:nvPr/>
        </p:nvSpPr>
        <p:spPr>
          <a:xfrm>
            <a:off x="972312" y="1465897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noGrp="1"/>
          </p:cNvSpPr>
          <p:nvPr/>
        </p:nvSpPr>
        <p:spPr>
          <a:xfrm>
            <a:off x="1000887" y="15154275"/>
            <a:ext cx="97917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66770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模块标题背景_28">
            <a:extLst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模块标题_29">
            <a:extLst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文字_31">
            <a:extLst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noGrp="1"/>
          </p:cNvSpPr>
          <p:nvPr/>
        </p:nvSpPr>
        <p:spPr>
          <a:xfrm>
            <a:off x="2654808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noGrp="1"/>
          </p:cNvSpPr>
          <p:nvPr/>
        </p:nvSpPr>
        <p:spPr>
          <a:xfrm>
            <a:off x="2683383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强度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通航约束变化_33">
            <a:extLst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noGrp="1"/>
          </p:cNvSpPr>
          <p:nvPr/>
        </p:nvSpPr>
        <p:spPr>
          <a:xfrm>
            <a:off x="4800600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noGrp="1"/>
          </p:cNvSpPr>
          <p:nvPr/>
        </p:nvSpPr>
        <p:spPr>
          <a:xfrm>
            <a:off x="4829175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船型限制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施工扰动情景_36">
            <a:extLst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noGrp="1"/>
          </p:cNvSpPr>
          <p:nvPr/>
        </p:nvSpPr>
        <p:spPr>
          <a:xfrm>
            <a:off x="6946392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noGrp="1"/>
          </p:cNvSpPr>
          <p:nvPr/>
        </p:nvSpPr>
        <p:spPr>
          <a:xfrm>
            <a:off x="6974967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noGrp="1"/>
          </p:cNvSpPr>
          <p:nvPr/>
        </p:nvSpPr>
        <p:spPr>
          <a:xfrm>
            <a:off x="4431792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0" name="流程箭头_40">
            <a:extLst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noGrp="1"/>
          </p:cNvSpPr>
          <p:nvPr/>
        </p:nvSpPr>
        <p:spPr>
          <a:xfrm>
            <a:off x="6577584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1" name="连接线_41">
            <a:extLst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noGrp="1"/>
          </p:cNvSpPr>
          <p:nvPr/>
        </p:nvSpPr>
        <p:spPr>
          <a:xfrm>
            <a:off x="7778496" y="2428875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2" name="连接线_42">
            <a:extLst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noGrp="1"/>
          </p:cNvSpPr>
          <p:nvPr/>
        </p:nvSpPr>
        <p:spPr>
          <a:xfrm>
            <a:off x="5638800" y="2543175"/>
            <a:ext cx="2139696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连接线_43">
            <a:extLst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noGrp="1"/>
          </p:cNvSpPr>
          <p:nvPr/>
        </p:nvSpPr>
        <p:spPr>
          <a:xfrm>
            <a:off x="5638800" y="2552700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连接线_44">
            <a:extLst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noGrp="1"/>
          </p:cNvSpPr>
          <p:nvPr/>
        </p:nvSpPr>
        <p:spPr>
          <a:xfrm>
            <a:off x="4010025" y="26670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noGrp="1"/>
          </p:cNvSpPr>
          <p:nvPr/>
        </p:nvSpPr>
        <p:spPr>
          <a:xfrm>
            <a:off x="3933825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流程箭头_46">
            <a:extLst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noGrp="1"/>
          </p:cNvSpPr>
          <p:nvPr/>
        </p:nvSpPr>
        <p:spPr>
          <a:xfrm>
            <a:off x="7181850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noGrp="1"/>
          </p:cNvSpPr>
          <p:nvPr/>
        </p:nvSpPr>
        <p:spPr>
          <a:xfrm>
            <a:off x="257860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容器_48">
            <a:extLst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noGrp="1"/>
          </p:cNvSpPr>
          <p:nvPr/>
        </p:nvSpPr>
        <p:spPr>
          <a:xfrm>
            <a:off x="582472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noGrp="1"/>
          </p:cNvSpPr>
          <p:nvPr/>
        </p:nvSpPr>
        <p:spPr>
          <a:xfrm>
            <a:off x="5915025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noGrp="1"/>
          </p:cNvSpPr>
          <p:nvPr/>
        </p:nvSpPr>
        <p:spPr>
          <a:xfrm>
            <a:off x="2743200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noGrp="1"/>
          </p:cNvSpPr>
          <p:nvPr/>
        </p:nvSpPr>
        <p:spPr>
          <a:xfrm>
            <a:off x="2771775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noGrp="1"/>
          </p:cNvSpPr>
          <p:nvPr/>
        </p:nvSpPr>
        <p:spPr>
          <a:xfrm>
            <a:off x="2667000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noGrp="1"/>
          </p:cNvSpPr>
          <p:nvPr/>
        </p:nvSpPr>
        <p:spPr>
          <a:xfrm>
            <a:off x="2743200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noGrp="1"/>
          </p:cNvSpPr>
          <p:nvPr/>
        </p:nvSpPr>
        <p:spPr>
          <a:xfrm>
            <a:off x="2771775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noGrp="1"/>
          </p:cNvSpPr>
          <p:nvPr/>
        </p:nvSpPr>
        <p:spPr>
          <a:xfrm>
            <a:off x="2743200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noGrp="1"/>
          </p:cNvSpPr>
          <p:nvPr/>
        </p:nvSpPr>
        <p:spPr>
          <a:xfrm>
            <a:off x="2771775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noGrp="1"/>
          </p:cNvSpPr>
          <p:nvPr/>
        </p:nvSpPr>
        <p:spPr>
          <a:xfrm>
            <a:off x="5915025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noGrp="1"/>
          </p:cNvSpPr>
          <p:nvPr/>
        </p:nvSpPr>
        <p:spPr>
          <a:xfrm>
            <a:off x="5991225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  <a:endParaRPr sz="1313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常态波动_63">
            <a:extLst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noGrp="1"/>
          </p:cNvSpPr>
          <p:nvPr/>
        </p:nvSpPr>
        <p:spPr>
          <a:xfrm>
            <a:off x="5915025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noGrp="1"/>
          </p:cNvSpPr>
          <p:nvPr/>
        </p:nvSpPr>
        <p:spPr>
          <a:xfrm>
            <a:off x="5991225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noGrp="1"/>
          </p:cNvSpPr>
          <p:nvPr/>
        </p:nvSpPr>
        <p:spPr>
          <a:xfrm>
            <a:off x="6019800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noGrp="1"/>
          </p:cNvSpPr>
          <p:nvPr/>
        </p:nvSpPr>
        <p:spPr>
          <a:xfrm>
            <a:off x="5915025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noGrp="1"/>
          </p:cNvSpPr>
          <p:nvPr/>
        </p:nvSpPr>
        <p:spPr>
          <a:xfrm>
            <a:off x="5991225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noGrp="1"/>
          </p:cNvSpPr>
          <p:nvPr/>
        </p:nvSpPr>
        <p:spPr>
          <a:xfrm>
            <a:off x="6019800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noGrp="1"/>
          </p:cNvSpPr>
          <p:nvPr/>
        </p:nvSpPr>
        <p:spPr>
          <a:xfrm>
            <a:off x="4010025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noGrp="1"/>
          </p:cNvSpPr>
          <p:nvPr/>
        </p:nvSpPr>
        <p:spPr>
          <a:xfrm>
            <a:off x="7258050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连接线_71">
            <a:extLst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noGrp="1"/>
          </p:cNvSpPr>
          <p:nvPr/>
        </p:nvSpPr>
        <p:spPr>
          <a:xfrm>
            <a:off x="4010025" y="59817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流程箭头_72">
            <a:extLst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noGrp="1"/>
          </p:cNvSpPr>
          <p:nvPr/>
        </p:nvSpPr>
        <p:spPr>
          <a:xfrm>
            <a:off x="5562600" y="5991225"/>
            <a:ext cx="152400" cy="1333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3" name="供需失配与运输服务响应_73">
            <a:extLst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noGrp="1"/>
          </p:cNvSpPr>
          <p:nvPr/>
        </p:nvSpPr>
        <p:spPr>
          <a:xfrm>
            <a:off x="2578608" y="6191250"/>
            <a:ext cx="6108192" cy="1152525"/>
          </a:xfrm>
          <a:prstGeom prst="roundRect">
            <a:avLst>
              <a:gd name="adj" fmla="val 82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noGrp="1"/>
          </p:cNvSpPr>
          <p:nvPr/>
        </p:nvSpPr>
        <p:spPr>
          <a:xfrm>
            <a:off x="2654808" y="62579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noGrp="1"/>
          </p:cNvSpPr>
          <p:nvPr/>
        </p:nvSpPr>
        <p:spPr>
          <a:xfrm>
            <a:off x="2683383" y="6600825"/>
            <a:ext cx="5898642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noGrp="1"/>
          </p:cNvSpPr>
          <p:nvPr/>
        </p:nvSpPr>
        <p:spPr>
          <a:xfrm>
            <a:off x="5562600" y="7486650"/>
            <a:ext cx="152400" cy="1524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noGrp="1"/>
          </p:cNvSpPr>
          <p:nvPr/>
        </p:nvSpPr>
        <p:spPr>
          <a:xfrm>
            <a:off x="2395728" y="7658100"/>
            <a:ext cx="6473952" cy="3800475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noGrp="1"/>
          </p:cNvSpPr>
          <p:nvPr/>
        </p:nvSpPr>
        <p:spPr>
          <a:xfrm>
            <a:off x="2459736" y="77221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noGrp="1"/>
          </p:cNvSpPr>
          <p:nvPr/>
        </p:nvSpPr>
        <p:spPr>
          <a:xfrm>
            <a:off x="2638425" y="77247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noGrp="1"/>
          </p:cNvSpPr>
          <p:nvPr/>
        </p:nvSpPr>
        <p:spPr>
          <a:xfrm>
            <a:off x="2578608" y="821055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noGrp="1"/>
          </p:cNvSpPr>
          <p:nvPr/>
        </p:nvSpPr>
        <p:spPr>
          <a:xfrm>
            <a:off x="2654808" y="827722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noGrp="1"/>
          </p:cNvSpPr>
          <p:nvPr/>
        </p:nvSpPr>
        <p:spPr>
          <a:xfrm>
            <a:off x="2683383" y="858202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noGrp="1"/>
          </p:cNvSpPr>
          <p:nvPr/>
        </p:nvSpPr>
        <p:spPr>
          <a:xfrm>
            <a:off x="5638800" y="8867775"/>
            <a:ext cx="19050" cy="1143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noGrp="1"/>
          </p:cNvSpPr>
          <p:nvPr/>
        </p:nvSpPr>
        <p:spPr>
          <a:xfrm>
            <a:off x="4010025" y="89820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流程箭头_85">
            <a:extLst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noGrp="1"/>
          </p:cNvSpPr>
          <p:nvPr/>
        </p:nvSpPr>
        <p:spPr>
          <a:xfrm>
            <a:off x="3933825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6" name="流程箭头_86">
            <a:extLst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noGrp="1"/>
          </p:cNvSpPr>
          <p:nvPr/>
        </p:nvSpPr>
        <p:spPr>
          <a:xfrm>
            <a:off x="7181850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7" name="船舶组织调整_87">
            <a:extLst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noGrp="1"/>
          </p:cNvSpPr>
          <p:nvPr/>
        </p:nvSpPr>
        <p:spPr>
          <a:xfrm>
            <a:off x="257860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8" name="文字_88">
            <a:extLst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noGrp="1"/>
          </p:cNvSpPr>
          <p:nvPr/>
        </p:nvSpPr>
        <p:spPr>
          <a:xfrm>
            <a:off x="265480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noGrp="1"/>
          </p:cNvSpPr>
          <p:nvPr/>
        </p:nvSpPr>
        <p:spPr>
          <a:xfrm>
            <a:off x="268338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noGrp="1"/>
          </p:cNvSpPr>
          <p:nvPr/>
        </p:nvSpPr>
        <p:spPr>
          <a:xfrm>
            <a:off x="582472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noGrp="1"/>
          </p:cNvSpPr>
          <p:nvPr/>
        </p:nvSpPr>
        <p:spPr>
          <a:xfrm>
            <a:off x="590092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noGrp="1"/>
          </p:cNvSpPr>
          <p:nvPr/>
        </p:nvSpPr>
        <p:spPr>
          <a:xfrm>
            <a:off x="592950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noGrp="1"/>
          </p:cNvSpPr>
          <p:nvPr/>
        </p:nvSpPr>
        <p:spPr>
          <a:xfrm>
            <a:off x="4010025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4" name="连接线_94">
            <a:extLst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noGrp="1"/>
          </p:cNvSpPr>
          <p:nvPr/>
        </p:nvSpPr>
        <p:spPr>
          <a:xfrm>
            <a:off x="7258050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5" name="连接线_95">
            <a:extLst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noGrp="1"/>
          </p:cNvSpPr>
          <p:nvPr/>
        </p:nvSpPr>
        <p:spPr>
          <a:xfrm>
            <a:off x="4010025" y="104679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6" name="流程箭头_96">
            <a:extLst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noGrp="1"/>
          </p:cNvSpPr>
          <p:nvPr/>
        </p:nvSpPr>
        <p:spPr>
          <a:xfrm>
            <a:off x="5562600" y="10477500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7" name="组织调整对运行的反馈_97">
            <a:extLst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noGrp="1"/>
          </p:cNvSpPr>
          <p:nvPr/>
        </p:nvSpPr>
        <p:spPr>
          <a:xfrm>
            <a:off x="2578608" y="1066800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noGrp="1"/>
          </p:cNvSpPr>
          <p:nvPr/>
        </p:nvSpPr>
        <p:spPr>
          <a:xfrm>
            <a:off x="2654808" y="1073467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noGrp="1"/>
          </p:cNvSpPr>
          <p:nvPr/>
        </p:nvSpPr>
        <p:spPr>
          <a:xfrm>
            <a:off x="2683383" y="1103947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noGrp="1"/>
          </p:cNvSpPr>
          <p:nvPr/>
        </p:nvSpPr>
        <p:spPr>
          <a:xfrm>
            <a:off x="2276475" y="1100137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1" name="连接线_101">
            <a:extLst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2" name="连接线_102">
            <a:extLst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3" name="流程箭头_103">
            <a:extLst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4" name="连接线_104">
            <a:extLst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noGrp="1"/>
          </p:cNvSpPr>
          <p:nvPr/>
        </p:nvSpPr>
        <p:spPr>
          <a:xfrm>
            <a:off x="8686800" y="1100137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5" name="连接线_105">
            <a:extLst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noGrp="1"/>
          </p:cNvSpPr>
          <p:nvPr/>
        </p:nvSpPr>
        <p:spPr>
          <a:xfrm>
            <a:off x="90201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6" name="连接线_106">
            <a:extLst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7" name="流程箭头_107">
            <a:extLst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noGrp="1"/>
          </p:cNvSpPr>
          <p:nvPr/>
        </p:nvSpPr>
        <p:spPr>
          <a:xfrm>
            <a:off x="8686800" y="3686175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8" name="容器_108">
            <a:extLst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noGrp="1"/>
          </p:cNvSpPr>
          <p:nvPr/>
        </p:nvSpPr>
        <p:spPr>
          <a:xfrm>
            <a:off x="213360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9" name="容器_109">
            <a:extLst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noGrp="1"/>
          </p:cNvSpPr>
          <p:nvPr/>
        </p:nvSpPr>
        <p:spPr>
          <a:xfrm>
            <a:off x="889635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noGrp="1"/>
          </p:cNvSpPr>
          <p:nvPr/>
        </p:nvSpPr>
        <p:spPr>
          <a:xfrm>
            <a:off x="214312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noGrp="1"/>
          </p:cNvSpPr>
          <p:nvPr/>
        </p:nvSpPr>
        <p:spPr>
          <a:xfrm>
            <a:off x="890587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noGrp="1"/>
          </p:cNvSpPr>
          <p:nvPr/>
        </p:nvSpPr>
        <p:spPr>
          <a:xfrm>
            <a:off x="5562600" y="11477625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研究模块_113">
            <a:extLst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noGrp="1"/>
          </p:cNvSpPr>
          <p:nvPr/>
        </p:nvSpPr>
        <p:spPr>
          <a:xfrm>
            <a:off x="2395728" y="11630025"/>
            <a:ext cx="6473952" cy="69913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4" name="模块标题背景_114">
            <a:extLst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noGrp="1"/>
          </p:cNvSpPr>
          <p:nvPr/>
        </p:nvSpPr>
        <p:spPr>
          <a:xfrm>
            <a:off x="2459736" y="1169403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5" name="模块标题_115">
            <a:extLst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noGrp="1"/>
          </p:cNvSpPr>
          <p:nvPr/>
        </p:nvSpPr>
        <p:spPr>
          <a:xfrm>
            <a:off x="2638425" y="1169670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noGrp="1"/>
          </p:cNvSpPr>
          <p:nvPr/>
        </p:nvSpPr>
        <p:spPr>
          <a:xfrm>
            <a:off x="2578608" y="12182475"/>
            <a:ext cx="6108192" cy="895350"/>
          </a:xfrm>
          <a:prstGeom prst="roundRect">
            <a:avLst>
              <a:gd name="adj" fmla="val 1063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noGrp="1"/>
          </p:cNvSpPr>
          <p:nvPr/>
        </p:nvSpPr>
        <p:spPr>
          <a:xfrm>
            <a:off x="2654808" y="12249150"/>
            <a:ext cx="595579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noGrp="1"/>
          </p:cNvSpPr>
          <p:nvPr/>
        </p:nvSpPr>
        <p:spPr>
          <a:xfrm>
            <a:off x="2683383" y="12573000"/>
            <a:ext cx="5898642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noGrp="1"/>
          </p:cNvSpPr>
          <p:nvPr/>
        </p:nvSpPr>
        <p:spPr>
          <a:xfrm>
            <a:off x="5562600" y="1313497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0" name="航运动态响应模型_120">
            <a:extLst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noGrp="1"/>
          </p:cNvSpPr>
          <p:nvPr/>
        </p:nvSpPr>
        <p:spPr>
          <a:xfrm>
            <a:off x="2578608" y="13315950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1" name="文字_121">
            <a:extLst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noGrp="1"/>
          </p:cNvSpPr>
          <p:nvPr/>
        </p:nvSpPr>
        <p:spPr>
          <a:xfrm>
            <a:off x="2654808" y="133826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noGrp="1"/>
          </p:cNvSpPr>
          <p:nvPr/>
        </p:nvSpPr>
        <p:spPr>
          <a:xfrm>
            <a:off x="2683383" y="13725525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noGrp="1"/>
          </p:cNvSpPr>
          <p:nvPr/>
        </p:nvSpPr>
        <p:spPr>
          <a:xfrm>
            <a:off x="5638800" y="14249400"/>
            <a:ext cx="19050" cy="1143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noGrp="1"/>
          </p:cNvSpPr>
          <p:nvPr/>
        </p:nvSpPr>
        <p:spPr>
          <a:xfrm>
            <a:off x="4010025" y="1436370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5" name="流程箭头_125">
            <a:extLst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noGrp="1"/>
          </p:cNvSpPr>
          <p:nvPr/>
        </p:nvSpPr>
        <p:spPr>
          <a:xfrm>
            <a:off x="3933825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6" name="流程箭头_126">
            <a:extLst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noGrp="1"/>
          </p:cNvSpPr>
          <p:nvPr/>
        </p:nvSpPr>
        <p:spPr>
          <a:xfrm>
            <a:off x="7181850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7" name="典型事件校准_127">
            <a:extLst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noGrp="1"/>
          </p:cNvSpPr>
          <p:nvPr/>
        </p:nvSpPr>
        <p:spPr>
          <a:xfrm>
            <a:off x="257860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8" name="文字_128">
            <a:extLst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noGrp="1"/>
          </p:cNvSpPr>
          <p:nvPr/>
        </p:nvSpPr>
        <p:spPr>
          <a:xfrm>
            <a:off x="265480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noGrp="1"/>
          </p:cNvSpPr>
          <p:nvPr/>
        </p:nvSpPr>
        <p:spPr>
          <a:xfrm>
            <a:off x="268338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noGrp="1"/>
          </p:cNvSpPr>
          <p:nvPr/>
        </p:nvSpPr>
        <p:spPr>
          <a:xfrm>
            <a:off x="582472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noGrp="1"/>
          </p:cNvSpPr>
          <p:nvPr/>
        </p:nvSpPr>
        <p:spPr>
          <a:xfrm>
            <a:off x="590092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noGrp="1"/>
          </p:cNvSpPr>
          <p:nvPr/>
        </p:nvSpPr>
        <p:spPr>
          <a:xfrm>
            <a:off x="592950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noGrp="1"/>
          </p:cNvSpPr>
          <p:nvPr/>
        </p:nvSpPr>
        <p:spPr>
          <a:xfrm>
            <a:off x="2276475" y="1516380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4" name="连接线_134">
            <a:extLst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5" name="连接线_135">
            <a:extLst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6" name="流程箭头_136">
            <a:extLst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noGrp="1"/>
          </p:cNvSpPr>
          <p:nvPr/>
        </p:nvSpPr>
        <p:spPr>
          <a:xfrm>
            <a:off x="2419350" y="13716000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7" name="连接线_137">
            <a:extLst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noGrp="1"/>
          </p:cNvSpPr>
          <p:nvPr/>
        </p:nvSpPr>
        <p:spPr>
          <a:xfrm>
            <a:off x="8686800" y="1516380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8" name="连接线_138">
            <a:extLst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noGrp="1"/>
          </p:cNvSpPr>
          <p:nvPr/>
        </p:nvSpPr>
        <p:spPr>
          <a:xfrm>
            <a:off x="90201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9" name="连接线_139">
            <a:extLst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noGrp="1"/>
          </p:cNvSpPr>
          <p:nvPr/>
        </p:nvSpPr>
        <p:spPr>
          <a:xfrm>
            <a:off x="8858250" y="13782675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流程箭头_140">
            <a:extLst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noGrp="1"/>
          </p:cNvSpPr>
          <p:nvPr/>
        </p:nvSpPr>
        <p:spPr>
          <a:xfrm>
            <a:off x="8686800" y="13716000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1" name="容器_141">
            <a:extLst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noGrp="1"/>
          </p:cNvSpPr>
          <p:nvPr/>
        </p:nvSpPr>
        <p:spPr>
          <a:xfrm>
            <a:off x="213360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2" name="容器_142">
            <a:extLst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noGrp="1"/>
          </p:cNvSpPr>
          <p:nvPr/>
        </p:nvSpPr>
        <p:spPr>
          <a:xfrm>
            <a:off x="889635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3" name="文字_143">
            <a:extLst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noGrp="1"/>
          </p:cNvSpPr>
          <p:nvPr/>
        </p:nvSpPr>
        <p:spPr>
          <a:xfrm>
            <a:off x="214312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noGrp="1"/>
          </p:cNvSpPr>
          <p:nvPr/>
        </p:nvSpPr>
        <p:spPr>
          <a:xfrm>
            <a:off x="890587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noGrp="1"/>
          </p:cNvSpPr>
          <p:nvPr/>
        </p:nvSpPr>
        <p:spPr>
          <a:xfrm>
            <a:off x="4010025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连接线_146">
            <a:extLst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noGrp="1"/>
          </p:cNvSpPr>
          <p:nvPr/>
        </p:nvSpPr>
        <p:spPr>
          <a:xfrm>
            <a:off x="7258050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连接线_147">
            <a:extLst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noGrp="1"/>
          </p:cNvSpPr>
          <p:nvPr/>
        </p:nvSpPr>
        <p:spPr>
          <a:xfrm>
            <a:off x="4010025" y="1587817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8" name="流程箭头_148">
            <a:extLst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9" name="多情景传播与恢复响应_149">
            <a:extLst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noGrp="1"/>
          </p:cNvSpPr>
          <p:nvPr/>
        </p:nvSpPr>
        <p:spPr>
          <a:xfrm>
            <a:off x="2578608" y="16068675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0" name="文字_150">
            <a:extLst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noGrp="1"/>
          </p:cNvSpPr>
          <p:nvPr/>
        </p:nvSpPr>
        <p:spPr>
          <a:xfrm>
            <a:off x="2654808" y="16135350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 err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  <a:endParaRPr sz="1575" b="1" dirty="0">
              <a:solidFill>
                <a:srgbClr val="BF8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noGrp="1"/>
          </p:cNvSpPr>
          <p:nvPr/>
        </p:nvSpPr>
        <p:spPr>
          <a:xfrm>
            <a:off x="2683383" y="16478250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流程箭头_152">
            <a:extLst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noGrp="1"/>
          </p:cNvSpPr>
          <p:nvPr/>
        </p:nvSpPr>
        <p:spPr>
          <a:xfrm>
            <a:off x="5562600" y="1707832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3" name="供需失配与阈值_153">
            <a:extLst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noGrp="1"/>
          </p:cNvSpPr>
          <p:nvPr/>
        </p:nvSpPr>
        <p:spPr>
          <a:xfrm>
            <a:off x="2578608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4" name="文字_154">
            <a:extLst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noGrp="1"/>
          </p:cNvSpPr>
          <p:nvPr/>
        </p:nvSpPr>
        <p:spPr>
          <a:xfrm>
            <a:off x="2654808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noGrp="1"/>
          </p:cNvSpPr>
          <p:nvPr/>
        </p:nvSpPr>
        <p:spPr>
          <a:xfrm>
            <a:off x="2683383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noGrp="1"/>
          </p:cNvSpPr>
          <p:nvPr/>
        </p:nvSpPr>
        <p:spPr>
          <a:xfrm>
            <a:off x="4724400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7" name="文字_157">
            <a:extLst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noGrp="1"/>
          </p:cNvSpPr>
          <p:nvPr/>
        </p:nvSpPr>
        <p:spPr>
          <a:xfrm>
            <a:off x="4800600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noGrp="1"/>
          </p:cNvSpPr>
          <p:nvPr/>
        </p:nvSpPr>
        <p:spPr>
          <a:xfrm>
            <a:off x="4829175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noGrp="1"/>
          </p:cNvSpPr>
          <p:nvPr/>
        </p:nvSpPr>
        <p:spPr>
          <a:xfrm>
            <a:off x="6870192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0" name="文字_160">
            <a:extLst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noGrp="1"/>
          </p:cNvSpPr>
          <p:nvPr/>
        </p:nvSpPr>
        <p:spPr>
          <a:xfrm>
            <a:off x="6946392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noGrp="1"/>
          </p:cNvSpPr>
          <p:nvPr/>
        </p:nvSpPr>
        <p:spPr>
          <a:xfrm>
            <a:off x="6974967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>
              <a:ext uri="{FF2B5EF4-FFF2-40B4-BE49-F238E27FC236}">
                <a16:creationId xmlns:a16="http://schemas.microsoft.com/office/drawing/2014/main" id="{756EAC77-2EB2-4910-8A25-C4FB34782E00}"/>
              </a:ext>
            </a:extLst>
          </p:cNvPr>
          <p:cNvSpPr>
            <a:spLocks noGrp="1"/>
          </p:cNvSpPr>
          <p:nvPr/>
        </p:nvSpPr>
        <p:spPr>
          <a:xfrm>
            <a:off x="9784080" y="1381125"/>
            <a:ext cx="2084832" cy="1257300"/>
          </a:xfrm>
          <a:prstGeom prst="roundRect">
            <a:avLst>
              <a:gd name="adj" fmla="val 7576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3" name="文字_163">
            <a:extLst>
              <a:ext uri="{FF2B5EF4-FFF2-40B4-BE49-F238E27FC236}">
                <a16:creationId xmlns:a16="http://schemas.microsoft.com/office/drawing/2014/main" id="{CCFE4ECB-4A11-4766-9935-50D4EFB73A87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1447800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施工扰动与通航能力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动态映射模型</a:t>
            </a:r>
          </a:p>
        </p:txBody>
      </p:sp>
      <p:sp>
        <p:nvSpPr>
          <p:cNvPr id="164" name="文字_164">
            <a:extLst>
              <a:ext uri="{FF2B5EF4-FFF2-40B4-BE49-F238E27FC236}">
                <a16:creationId xmlns:a16="http://schemas.microsoft.com/office/drawing/2014/main" id="{1E75C6D3-9872-4816-84A9-C55BAC7811A1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2057400"/>
            <a:ext cx="1875282" cy="504825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表征能力折减幅度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刻画持续与恢复过程</a:t>
            </a:r>
          </a:p>
        </p:txBody>
      </p:sp>
      <p:sp>
        <p:nvSpPr>
          <p:cNvPr id="165" name="需求与到达变化_165">
            <a:extLst>
              <a:ext uri="{FF2B5EF4-FFF2-40B4-BE49-F238E27FC236}">
                <a16:creationId xmlns:a16="http://schemas.microsoft.com/office/drawing/2014/main" id="{C9D50BE8-669F-4709-8562-181B777817E1}"/>
              </a:ext>
            </a:extLst>
          </p:cNvPr>
          <p:cNvSpPr>
            <a:spLocks noGrp="1"/>
          </p:cNvSpPr>
          <p:nvPr/>
        </p:nvSpPr>
        <p:spPr>
          <a:xfrm>
            <a:off x="9784080" y="3400425"/>
            <a:ext cx="2084832" cy="1257300"/>
          </a:xfrm>
          <a:prstGeom prst="roundRect">
            <a:avLst>
              <a:gd name="adj" fmla="val 7576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6" name="文字_166">
            <a:extLst>
              <a:ext uri="{FF2B5EF4-FFF2-40B4-BE49-F238E27FC236}">
                <a16:creationId xmlns:a16="http://schemas.microsoft.com/office/drawing/2014/main" id="{8F8DECB8-00E8-4AC4-9CCC-E0D16EC4C073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3467100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航运需求波动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</a:t>
            </a:r>
          </a:p>
        </p:txBody>
      </p:sp>
      <p:sp>
        <p:nvSpPr>
          <p:cNvPr id="167" name="文字_167">
            <a:extLst>
              <a:ext uri="{FF2B5EF4-FFF2-40B4-BE49-F238E27FC236}">
                <a16:creationId xmlns:a16="http://schemas.microsoft.com/office/drawing/2014/main" id="{F291ADB7-3899-4D1C-BFD4-46AE2D9C7F60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4076700"/>
            <a:ext cx="1875282" cy="504825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刻画需求与到达变化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量化响应幅度与时滞</a:t>
            </a:r>
          </a:p>
        </p:txBody>
      </p:sp>
      <p:sp>
        <p:nvSpPr>
          <p:cNvPr id="168" name="运行与服务响应_168">
            <a:extLst>
              <a:ext uri="{FF2B5EF4-FFF2-40B4-BE49-F238E27FC236}">
                <a16:creationId xmlns:a16="http://schemas.microsoft.com/office/drawing/2014/main" id="{7200EBED-AAC6-41A7-8AD4-FDD32BB33AE5}"/>
              </a:ext>
            </a:extLst>
          </p:cNvPr>
          <p:cNvSpPr>
            <a:spLocks noGrp="1"/>
          </p:cNvSpPr>
          <p:nvPr/>
        </p:nvSpPr>
        <p:spPr>
          <a:xfrm>
            <a:off x="9784080" y="5943600"/>
            <a:ext cx="2084832" cy="1400175"/>
          </a:xfrm>
          <a:prstGeom prst="roundRect">
            <a:avLst>
              <a:gd name="adj" fmla="val 6803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9" name="文字_169">
            <a:extLst>
              <a:ext uri="{FF2B5EF4-FFF2-40B4-BE49-F238E27FC236}">
                <a16:creationId xmlns:a16="http://schemas.microsoft.com/office/drawing/2014/main" id="{973C921F-47AE-4F6C-ADB2-E470290421B4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6010275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运输服务波动响应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评估技术</a:t>
            </a:r>
          </a:p>
        </p:txBody>
      </p:sp>
      <p:sp>
        <p:nvSpPr>
          <p:cNvPr id="170" name="文字_170">
            <a:extLst>
              <a:ext uri="{FF2B5EF4-FFF2-40B4-BE49-F238E27FC236}">
                <a16:creationId xmlns:a16="http://schemas.microsoft.com/office/drawing/2014/main" id="{9E8DE2B9-DC35-41A0-82C9-0E76FD632FB2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6619875"/>
            <a:ext cx="1875282" cy="64770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评估排队、船期及时效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量化交付可靠性变化</a:t>
            </a:r>
          </a:p>
        </p:txBody>
      </p:sp>
      <p:sp>
        <p:nvSpPr>
          <p:cNvPr id="171" name="组织调整与反馈_171">
            <a:extLst>
              <a:ext uri="{FF2B5EF4-FFF2-40B4-BE49-F238E27FC236}">
                <a16:creationId xmlns:a16="http://schemas.microsoft.com/office/drawing/2014/main" id="{7D8187CF-F3EF-41FD-A60B-71221F7A1FCE}"/>
              </a:ext>
            </a:extLst>
          </p:cNvPr>
          <p:cNvSpPr>
            <a:spLocks noGrp="1"/>
          </p:cNvSpPr>
          <p:nvPr/>
        </p:nvSpPr>
        <p:spPr>
          <a:xfrm>
            <a:off x="9784080" y="9201150"/>
            <a:ext cx="2084832" cy="1600200"/>
          </a:xfrm>
          <a:prstGeom prst="roundRect">
            <a:avLst>
              <a:gd name="adj" fmla="val 595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2" name="文字_172">
            <a:extLst>
              <a:ext uri="{FF2B5EF4-FFF2-40B4-BE49-F238E27FC236}">
                <a16:creationId xmlns:a16="http://schemas.microsoft.com/office/drawing/2014/main" id="{84A66FA4-49A5-4870-8CCF-422D5ABD3A17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9267825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运输组织调整与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运行反馈模型</a:t>
            </a:r>
          </a:p>
        </p:txBody>
      </p:sp>
      <p:sp>
        <p:nvSpPr>
          <p:cNvPr id="173" name="文字_173">
            <a:extLst>
              <a:ext uri="{FF2B5EF4-FFF2-40B4-BE49-F238E27FC236}">
                <a16:creationId xmlns:a16="http://schemas.microsoft.com/office/drawing/2014/main" id="{C9A20D98-9F83-451B-89C0-582E3925C262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9877425"/>
            <a:ext cx="1875282" cy="847725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联动航次与发运调整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更新运力与到达过程</a:t>
            </a:r>
          </a:p>
        </p:txBody>
      </p:sp>
      <p:sp>
        <p:nvSpPr>
          <p:cNvPr id="174" name="传播与恢复规律_174">
            <a:extLst>
              <a:ext uri="{FF2B5EF4-FFF2-40B4-BE49-F238E27FC236}">
                <a16:creationId xmlns:a16="http://schemas.microsoft.com/office/drawing/2014/main" id="{F0C3239A-C942-4B34-B8F0-8F91BF2D917A}"/>
              </a:ext>
            </a:extLst>
          </p:cNvPr>
          <p:cNvSpPr>
            <a:spLocks noGrp="1"/>
          </p:cNvSpPr>
          <p:nvPr/>
        </p:nvSpPr>
        <p:spPr>
          <a:xfrm>
            <a:off x="9784080" y="12182475"/>
            <a:ext cx="2084832" cy="1314450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5" name="文字_175">
            <a:extLst>
              <a:ext uri="{FF2B5EF4-FFF2-40B4-BE49-F238E27FC236}">
                <a16:creationId xmlns:a16="http://schemas.microsoft.com/office/drawing/2014/main" id="{7B6C0766-C9E5-4164-843B-1C00131AECE7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12249150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航运波动传播与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恢复评估技术</a:t>
            </a:r>
          </a:p>
        </p:txBody>
      </p:sp>
      <p:sp>
        <p:nvSpPr>
          <p:cNvPr id="176" name="文字_176">
            <a:extLst>
              <a:ext uri="{FF2B5EF4-FFF2-40B4-BE49-F238E27FC236}">
                <a16:creationId xmlns:a16="http://schemas.microsoft.com/office/drawing/2014/main" id="{F1A7A855-BDD3-4C00-83F7-83E744BD74D1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12858750"/>
            <a:ext cx="1875282" cy="561975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识别传播放大阈值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评估积压消散与恢复</a:t>
            </a:r>
          </a:p>
        </p:txBody>
      </p:sp>
      <p:sp>
        <p:nvSpPr>
          <p:cNvPr id="177" name="响应模型与参数_177">
            <a:extLst>
              <a:ext uri="{FF2B5EF4-FFF2-40B4-BE49-F238E27FC236}">
                <a16:creationId xmlns:a16="http://schemas.microsoft.com/office/drawing/2014/main" id="{9AE268B2-8B98-41DE-8672-79498795015F}"/>
              </a:ext>
            </a:extLst>
          </p:cNvPr>
          <p:cNvSpPr>
            <a:spLocks noGrp="1"/>
          </p:cNvSpPr>
          <p:nvPr/>
        </p:nvSpPr>
        <p:spPr>
          <a:xfrm>
            <a:off x="9784080" y="14592300"/>
            <a:ext cx="2084832" cy="1333500"/>
          </a:xfrm>
          <a:prstGeom prst="roundRect">
            <a:avLst>
              <a:gd name="adj" fmla="val 7143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78" name="文字_178">
            <a:extLst>
              <a:ext uri="{FF2B5EF4-FFF2-40B4-BE49-F238E27FC236}">
                <a16:creationId xmlns:a16="http://schemas.microsoft.com/office/drawing/2014/main" id="{D5E4F0C0-B551-4288-895C-9DB0071E5E91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14658975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枢纽施工扰动下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79" name="文字_179">
            <a:extLst>
              <a:ext uri="{FF2B5EF4-FFF2-40B4-BE49-F238E27FC236}">
                <a16:creationId xmlns:a16="http://schemas.microsoft.com/office/drawing/2014/main" id="{9D8DE27D-217C-4E83-A8E2-E5B7AD9DA63E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15268575"/>
            <a:ext cx="1875282" cy="581025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集成能力、需求与组织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提供航运响应模块</a:t>
            </a:r>
          </a:p>
        </p:txBody>
      </p:sp>
      <p:sp>
        <p:nvSpPr>
          <p:cNvPr id="180" name="模型检验结果_180">
            <a:extLst>
              <a:ext uri="{FF2B5EF4-FFF2-40B4-BE49-F238E27FC236}">
                <a16:creationId xmlns:a16="http://schemas.microsoft.com/office/drawing/2014/main" id="{EDCAA6AC-B931-40F9-B9B3-FF43E1E93DFD}"/>
              </a:ext>
            </a:extLst>
          </p:cNvPr>
          <p:cNvSpPr>
            <a:spLocks noGrp="1"/>
          </p:cNvSpPr>
          <p:nvPr/>
        </p:nvSpPr>
        <p:spPr>
          <a:xfrm>
            <a:off x="9784080" y="17287875"/>
            <a:ext cx="2084832" cy="1247775"/>
          </a:xfrm>
          <a:prstGeom prst="roundRect">
            <a:avLst>
              <a:gd name="adj" fmla="val 7634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81" name="文字_181">
            <a:extLst>
              <a:ext uri="{FF2B5EF4-FFF2-40B4-BE49-F238E27FC236}">
                <a16:creationId xmlns:a16="http://schemas.microsoft.com/office/drawing/2014/main" id="{2AE858A2-997C-4B10-945D-F0107E397FDD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60280" y="17354550"/>
            <a:ext cx="1932432" cy="55245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航运响应模型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校准与验证技术</a:t>
            </a:r>
          </a:p>
        </p:txBody>
      </p:sp>
      <p:sp>
        <p:nvSpPr>
          <p:cNvPr id="182" name="文字_182">
            <a:extLst>
              <a:ext uri="{FF2B5EF4-FFF2-40B4-BE49-F238E27FC236}">
                <a16:creationId xmlns:a16="http://schemas.microsoft.com/office/drawing/2014/main" id="{045EC5D0-97EF-494A-8CA0-A3B5337F99F1}"/>
              </a:ext>
            </a:extLst>
          </p:cNvPr>
          <p:cNvSpPr>
            <a:spLocks noGrp="1"/>
          </p:cNvSpPr>
          <p:nvPr/>
        </p:nvSpPr>
        <p:spPr>
          <a:xfrm xmlns:a="http://schemas.openxmlformats.org/drawingml/2006/main">
            <a:off x="9888855" y="17964150"/>
            <a:ext cx="1875282" cy="495300"/>
          </a:xfrm>
          <a:prstGeom prst="rect">
            <a:avLst/>
          </a:prstGeom>
          <a:noFill/>
          <a:ln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支持典型事件校准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检验跨情景适用性</a:t>
            </a:r>
          </a:p>
        </p:txBody>
      </p:sp>
      <p:sp>
        <p:nvSpPr>
          <p:cNvPr id="183" name="流程箭头_183">
            <a:extLst>
              <a:ext uri="{FF2B5EF4-FFF2-40B4-BE49-F238E27FC236}">
                <a16:creationId xmlns:a16="http://schemas.microsoft.com/office/drawing/2014/main" id="{B95E7074-42A6-4125-97C7-0173304E19C0}"/>
              </a:ext>
            </a:extLst>
          </p:cNvPr>
          <p:cNvSpPr>
            <a:spLocks noGrp="1"/>
          </p:cNvSpPr>
          <p:nvPr/>
        </p:nvSpPr>
        <p:spPr>
          <a:xfrm>
            <a:off x="10753725" y="2809875"/>
            <a:ext cx="152400" cy="4191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4" name="流程箭头_184">
            <a:extLst>
              <a:ext uri="{FF2B5EF4-FFF2-40B4-BE49-F238E27FC236}">
                <a16:creationId xmlns:a16="http://schemas.microsoft.com/office/drawing/2014/main" id="{D1ECA523-F42C-413A-A7DD-F22B8DA84852}"/>
              </a:ext>
            </a:extLst>
          </p:cNvPr>
          <p:cNvSpPr>
            <a:spLocks noGrp="1"/>
          </p:cNvSpPr>
          <p:nvPr/>
        </p:nvSpPr>
        <p:spPr>
          <a:xfrm>
            <a:off x="10753725" y="4810125"/>
            <a:ext cx="152400" cy="9620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5" name="流程箭头_185">
            <a:extLst>
              <a:ext uri="{FF2B5EF4-FFF2-40B4-BE49-F238E27FC236}">
                <a16:creationId xmlns:a16="http://schemas.microsoft.com/office/drawing/2014/main" id="{6667DD3D-772E-4E12-B221-7A61555CB640}"/>
              </a:ext>
            </a:extLst>
          </p:cNvPr>
          <p:cNvSpPr>
            <a:spLocks noGrp="1"/>
          </p:cNvSpPr>
          <p:nvPr/>
        </p:nvSpPr>
        <p:spPr>
          <a:xfrm>
            <a:off x="10753725" y="7515225"/>
            <a:ext cx="152400" cy="15240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6" name="流程箭头_186">
            <a:extLst>
              <a:ext uri="{FF2B5EF4-FFF2-40B4-BE49-F238E27FC236}">
                <a16:creationId xmlns:a16="http://schemas.microsoft.com/office/drawing/2014/main" id="{4E74005E-1ED5-4642-AC0B-877A6404BA73}"/>
              </a:ext>
            </a:extLst>
          </p:cNvPr>
          <p:cNvSpPr>
            <a:spLocks noGrp="1"/>
          </p:cNvSpPr>
          <p:nvPr/>
        </p:nvSpPr>
        <p:spPr>
          <a:xfrm>
            <a:off x="10753725" y="10972800"/>
            <a:ext cx="152400" cy="10382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7" name="流程箭头_187">
            <a:extLst>
              <a:ext uri="{FF2B5EF4-FFF2-40B4-BE49-F238E27FC236}">
                <a16:creationId xmlns:a16="http://schemas.microsoft.com/office/drawing/2014/main" id="{6F18EE81-3E15-4CED-BBEE-5514103F3FDF}"/>
              </a:ext>
            </a:extLst>
          </p:cNvPr>
          <p:cNvSpPr>
            <a:spLocks noGrp="1"/>
          </p:cNvSpPr>
          <p:nvPr/>
        </p:nvSpPr>
        <p:spPr>
          <a:xfrm>
            <a:off x="10753725" y="13687425"/>
            <a:ext cx="152400" cy="7334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188" name="流程箭头_188">
            <a:extLst>
              <a:ext uri="{FF2B5EF4-FFF2-40B4-BE49-F238E27FC236}">
                <a16:creationId xmlns:a16="http://schemas.microsoft.com/office/drawing/2014/main" id="{6CD28E67-BFF8-42BE-993C-464C641054F7}"/>
              </a:ext>
            </a:extLst>
          </p:cNvPr>
          <p:cNvSpPr>
            <a:spLocks noGrp="1"/>
          </p:cNvSpPr>
          <p:nvPr/>
        </p:nvSpPr>
        <p:spPr>
          <a:xfrm>
            <a:off x="10753725" y="16116300"/>
            <a:ext cx="152400" cy="1000125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5280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959</Words>
  <Application>Microsoft Office PowerPoint</Application>
  <PresentationFormat>自定义</PresentationFormat>
  <Paragraphs>527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微软雅黑</vt:lpstr>
      <vt:lpstr>Arial</vt:lpstr>
      <vt:lpstr>Calibri</vt:lpstr>
      <vt:lpstr>Office Theme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Xin Zhao</cp:lastModifiedBy>
  <cp:revision>9</cp:revision>
  <dcterms:created xsi:type="dcterms:W3CDTF">2013-01-27T09:14:16Z</dcterms:created>
  <dcterms:modified xsi:type="dcterms:W3CDTF">2026-10-05T04:56:29Z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