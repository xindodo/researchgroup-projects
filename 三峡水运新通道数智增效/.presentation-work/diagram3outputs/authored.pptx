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41dcebc4684296" /><Relationship Type="http://schemas.openxmlformats.org/officeDocument/2006/relationships/extended-properties" Target="/docProps/app.xml" Id="R5f8180ec76c24d5d" /><Relationship Type="http://schemas.openxmlformats.org/officeDocument/2006/relationships/officeDocument" Target="/ppt/presentation.xml" Id="R0825426a47cf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bc1fefbd54e29"/>
    <p:sldMasterId xmlns:r="http://schemas.openxmlformats.org/officeDocument/2006/relationships" id="2147483660" r:id="R1b34be6f64b54894"/>
    <p:sldMasterId xmlns:r="http://schemas.openxmlformats.org/officeDocument/2006/relationships" id="2147483662" r:id="R74ff1ae13aae4afe"/>
    <p:sldMasterId xmlns:r="http://schemas.openxmlformats.org/officeDocument/2006/relationships" id="2147483664" r:id="R6ff3eb80165943a9"/>
    <p:sldMasterId xmlns:r="http://schemas.openxmlformats.org/officeDocument/2006/relationships" id="2147483666" r:id="Rbe2e0127f27948dd"/>
  </p:sldMasterIdLst>
  <p:notesMasterIdLst>
    <p:notesMasterId xmlns:r="http://schemas.openxmlformats.org/officeDocument/2006/relationships" r:id="R3c9d9e71591843ce"/>
  </p:notesMasterIdLst>
  <p:sldIdLst>
    <p:sldId xmlns:r="http://schemas.openxmlformats.org/officeDocument/2006/relationships" id="256" r:id="Rfd77613fa8ed489a"/>
    <p:sldId xmlns:r="http://schemas.openxmlformats.org/officeDocument/2006/relationships" id="257" r:id="R2b4a373f81a94e73"/>
    <p:sldId xmlns:r="http://schemas.openxmlformats.org/officeDocument/2006/relationships" id="258" r:id="R29cbcf3f1cb04b23"/>
  </p:sldIdLst>
  <p:sldSz cx="12192000" cy="2519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090ac5e5943e4" /><Relationship Type="http://schemas.openxmlformats.org/officeDocument/2006/relationships/slideMaster" Target="/ppt/slideMasters/slideMaster1.xml" Id="Rd7cbc1fefbd54e29" /><Relationship Type="http://schemas.openxmlformats.org/officeDocument/2006/relationships/slideMaster" Target="/ppt/slideMasters/slideMaster2.xml" Id="R1b34be6f64b54894" /><Relationship Type="http://schemas.openxmlformats.org/officeDocument/2006/relationships/slideMaster" Target="/ppt/slideMasters/slideMaster3.xml" Id="R74ff1ae13aae4afe" /><Relationship Type="http://schemas.openxmlformats.org/officeDocument/2006/relationships/slideMaster" Target="/ppt/slideMasters/slideMaster4.xml" Id="R6ff3eb80165943a9" /><Relationship Type="http://schemas.openxmlformats.org/officeDocument/2006/relationships/slideMaster" Target="/ppt/slideMasters/slideMaster5.xml" Id="Rbe2e0127f27948dd" /><Relationship Type="http://schemas.openxmlformats.org/officeDocument/2006/relationships/notesMaster" Target="/ppt/notesMasters/notesMaster1.xml" Id="R3c9d9e71591843ce" /><Relationship Type="http://schemas.openxmlformats.org/officeDocument/2006/relationships/presProps" Target="/ppt/presProps.xml" Id="Rf74351b0eb7b4451" /><Relationship Type="http://schemas.openxmlformats.org/officeDocument/2006/relationships/viewProps" Target="/ppt/viewProps.xml" Id="Rd8f2c8d625c14809" /><Relationship Type="http://schemas.openxmlformats.org/officeDocument/2006/relationships/tableStyles" Target="/ppt/tableStyles.xml" Id="R99ae8e79a6254c48" /><Relationship Type="http://schemas.openxmlformats.org/officeDocument/2006/relationships/slide" Target="/ppt/slides/slide1.xml" Id="Rfd77613fa8ed489a" /><Relationship Type="http://schemas.openxmlformats.org/officeDocument/2006/relationships/slide" Target="/ppt/slides/slide2.xml" Id="R2b4a373f81a94e73" /><Relationship Type="http://schemas.openxmlformats.org/officeDocument/2006/relationships/slide" Target="/ppt/slides/slide3.xml" Id="R29cbcf3f1cb0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7.xml" Id="Rc77f194c86cc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4579bec65b46fb" /><Relationship Type="http://schemas.openxmlformats.org/officeDocument/2006/relationships/notesMaster" Target="/ppt/notesMasters/notesMaster1.xml" Id="R22850ef1b2c24a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3be3067324b24" /><Relationship Type="http://schemas.openxmlformats.org/officeDocument/2006/relationships/notesMaster" Target="/ppt/notesMasters/notesMaster1.xml" Id="Ra0e68ce65101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a54f379b1f4511" /><Relationship Type="http://schemas.openxmlformats.org/officeDocument/2006/relationships/notesMaster" Target="/ppt/notesMasters/notesMaster1.xml" Id="R266508ab80b14d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41a3839c748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d1c16a27947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c02b7d6584d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150e5b80541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c3d37d0ba44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26620d55b41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52b78d8894e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0e09c7cdb42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b7d1f319341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10f30d40f4a9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0386dc02849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ca4e4aa85545c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03ae39f017424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71c7dded2664c9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c05f8115794d48a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BDD0E-E319-4B0C-B0FF-DAD5539697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1" y="7828339"/>
            <a:ext cx="7772400" cy="54016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59AE2B9-C064-4146-925B-D2BAAB71A7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14279986"/>
            <a:ext cx="6400800" cy="6439994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727E33-C1BE-4C6F-9CC0-CD1AABCA57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D520E5-B515-41C9-AE70-DE92283C82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A7C1B7-5FCF-4989-AAD6-2EB14E4279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95FED7-362E-4BD3-AFB0-B865B2EBA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F3958F-0B46-4BAD-A91A-5DD7C27D7C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431D3C-D35C-457F-910C-D658156AB5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948CB-107E-41BF-9C66-D574B21ADB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EC3C1B-24DA-4F0A-A720-C1F964FEC8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CBFBCC-06A5-4688-9102-DEBA3743D7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16193330"/>
            <a:ext cx="7772400" cy="500499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3F17D3-2002-4D38-97C8-365419650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10680830"/>
            <a:ext cx="7772400" cy="551249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EC2737-9CEB-41C0-9722-BAADD120D1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C48D38-969A-4A6F-B86F-2393627A55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D4FB4-5BA5-4446-A83C-6073A98845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0978E2-2DB7-4368-A7E1-26F579812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BE5131-0582-4715-831B-85339AD83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2" y="5880007"/>
            <a:ext cx="4038601" cy="166308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1"/>
            </a:lvl4pPr>
            <a:lvl5pPr>
              <a:buNone/>
              <a:defRPr sz="1801"/>
            </a:lvl5pPr>
            <a:lvl6pPr>
              <a:buNone/>
              <a:defRPr sz="1801"/>
            </a:lvl6pPr>
            <a:lvl7pPr>
              <a:buNone/>
              <a:defRPr sz="1801"/>
            </a:lvl7pPr>
            <a:lvl8pPr>
              <a:buNone/>
              <a:defRPr sz="1801"/>
            </a:lvl8pPr>
            <a:lvl9pPr>
              <a:buNone/>
              <a:defRPr sz="180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B05CAD-3723-43EE-8923-01FB93C5D7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5880007"/>
            <a:ext cx="4038601" cy="166308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1"/>
            </a:lvl4pPr>
            <a:lvl5pPr>
              <a:buNone/>
              <a:defRPr sz="1801"/>
            </a:lvl5pPr>
            <a:lvl6pPr>
              <a:buNone/>
              <a:defRPr sz="1801"/>
            </a:lvl6pPr>
            <a:lvl7pPr>
              <a:buNone/>
              <a:defRPr sz="1801"/>
            </a:lvl7pPr>
            <a:lvl8pPr>
              <a:buNone/>
              <a:defRPr sz="1801"/>
            </a:lvl8pPr>
            <a:lvl9pPr>
              <a:buNone/>
              <a:defRPr sz="180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252136-8BAD-4C0F-8CA8-6E262545EF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C8E1DE2-43E7-4845-8259-11702DC4E4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DA5284B-C6F7-4DDF-9AE4-36B7171E58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10E68F-E9CD-4E12-B11B-F6E74828A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052AE4-C379-4E20-8E5C-FDDC1C918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1" y="5640830"/>
            <a:ext cx="4040188" cy="235082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77FDFC-65F7-4549-BFD9-064F22CBE3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1" y="7991659"/>
            <a:ext cx="4040188" cy="1451915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1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6AFE816-C06F-4C3B-A83C-85AC0DEDD0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5640830"/>
            <a:ext cx="4041775" cy="235082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B5FE5BD-CB9B-4C6F-96AF-B88FF485427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7991659"/>
            <a:ext cx="4041775" cy="1451915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1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62E4BA5-5947-4109-882E-0B6B67F109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649FBAB-F650-4545-BD6D-9100DCCAA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CD3EB9A-42F5-43D1-A4EA-82B2D8D6D1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CBE48D-9F40-4DC8-B2C0-6DD2C4E02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034A4A2-040D-49EC-B72F-E65DC13B8F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526DA1E-7361-499E-BA0B-4989910714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54DA0BC-90F3-435C-A354-401944F1C2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45C3541-57F3-4BE7-90B5-9ABD6FFF03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A4064A9-2DA1-4E9B-AE73-FFA2AF21AC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7A208E9-DFD3-4C52-AC2F-5E11109C17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07E57D-0AA6-4297-9480-F9A61AF75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1003332"/>
            <a:ext cx="3008312" cy="4269996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D86CD6-4E06-4B03-8AF5-B54BD5CE78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2" y="1003345"/>
            <a:ext cx="5111750" cy="2150748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75D4EE-ABB8-4592-A155-E4C1CE85BC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5273341"/>
            <a:ext cx="3008312" cy="172374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DE0CAEC-99C9-4887-898E-A6DE1D67B7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424191-2933-4170-9ED9-6B0B7A505D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CD8975-6C6B-41AA-924A-0B3E0C38DA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436E6D-A97E-4406-B812-7C7C045B8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17639982"/>
            <a:ext cx="5486400" cy="20825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2F4718F-5158-47E6-8E4E-FCD8F8CF18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2251664"/>
            <a:ext cx="5486400" cy="151199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48F8CF-688A-43F8-9479-73069CC9E3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19722482"/>
            <a:ext cx="5486400" cy="295749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94E7534-D199-4F21-8BF9-F990D03D26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299B43-CFFE-4CE1-BF1E-55254B369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5334C0-E409-4B1D-8D12-614D583290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A15F72-FF4A-47CD-B9E6-7460B6644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6A3BBE-1366-4501-9E47-45FABF3E0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5D7545-DCD8-4B05-BDA7-6A6AD3177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FC7012-0AFF-4401-B335-2EBB2573FB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7E2FF5-1D33-4279-B2E0-EE0C43ADB2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D3DE33F-5119-4C65-B1A8-17D4DF9D0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1" y="1009181"/>
            <a:ext cx="2057401" cy="215016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34F31-DAA9-4BEE-B27C-F063B0DB11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3" y="1009181"/>
            <a:ext cx="6019801" cy="215016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A4DD77-127F-4D16-9534-924F796963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6ED64C-650F-42A2-BD87-21CB5EF62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45F6C3-73A4-401F-A740-A97DE6E000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a408703f64cf5" /><Relationship Type="http://schemas.openxmlformats.org/officeDocument/2006/relationships/slideLayout" Target="/ppt/slideLayouts/slideLayout1.xml" Id="R3f5d4770904d4d3e" /><Relationship Type="http://schemas.openxmlformats.org/officeDocument/2006/relationships/slideLayout" Target="/ppt/slideLayouts/slideLayout2.xml" Id="Re7fb8f01e542442a" /><Relationship Type="http://schemas.openxmlformats.org/officeDocument/2006/relationships/slideLayout" Target="/ppt/slideLayouts/slideLayout3.xml" Id="R73f02c278559409f" /><Relationship Type="http://schemas.openxmlformats.org/officeDocument/2006/relationships/slideLayout" Target="/ppt/slideLayouts/slideLayout4.xml" Id="R0053a6f59ea54a3d" /><Relationship Type="http://schemas.openxmlformats.org/officeDocument/2006/relationships/slideLayout" Target="/ppt/slideLayouts/slideLayout5.xml" Id="Rf252b9af0e474f87" /><Relationship Type="http://schemas.openxmlformats.org/officeDocument/2006/relationships/slideLayout" Target="/ppt/slideLayouts/slideLayout6.xml" Id="R624be2eb609748fc" /><Relationship Type="http://schemas.openxmlformats.org/officeDocument/2006/relationships/slideLayout" Target="/ppt/slideLayouts/slideLayout7.xml" Id="R3b30e329872a41c7" /><Relationship Type="http://schemas.openxmlformats.org/officeDocument/2006/relationships/slideLayout" Target="/ppt/slideLayouts/slideLayout8.xml" Id="R3d956460d3624f72" /><Relationship Type="http://schemas.openxmlformats.org/officeDocument/2006/relationships/slideLayout" Target="/ppt/slideLayouts/slideLayout9.xml" Id="R7b4dd373f3aa4e56" /><Relationship Type="http://schemas.openxmlformats.org/officeDocument/2006/relationships/slideLayout" Target="/ppt/slideLayouts/slideLayout10.xml" Id="Rdea0d92b9f464a10" /><Relationship Type="http://schemas.openxmlformats.org/officeDocument/2006/relationships/slideLayout" Target="/ppt/slideLayouts/slideLayout11.xml" Id="Ree37b8aea0624c7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8b900b69e804e5b" /><Relationship Type="http://schemas.openxmlformats.org/officeDocument/2006/relationships/slideLayout" Target="/ppt/slideLayouts/slideLayout12.xml" Id="R2ee24f54c68a44e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75d1e9ab49a462e" /><Relationship Type="http://schemas.openxmlformats.org/officeDocument/2006/relationships/slideLayout" Target="/ppt/slideLayouts/slideLayout13.xml" Id="Rd240e872fa1d4c97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268f11cab85e49d1" /><Relationship Type="http://schemas.openxmlformats.org/officeDocument/2006/relationships/slideLayout" Target="/ppt/slideLayouts/slideLayout14.xml" Id="Ra4886e8b7b554a61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879b60e8bb454e97" /><Relationship Type="http://schemas.openxmlformats.org/officeDocument/2006/relationships/slideLayout" Target="/ppt/slideLayouts/slideLayout15.xml" Id="R40da8a25dea74f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8C94CA5-FD43-4C4E-98F4-4B0AD7FC8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1009167"/>
            <a:ext cx="8229600" cy="419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F9FB48-9AA0-41EA-9F6A-EDD6CA219C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5880007"/>
            <a:ext cx="8229600" cy="16630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3650B2-050D-4DD8-BDD9-22E6AB982B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23356657"/>
            <a:ext cx="2133600" cy="134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51C178-2788-4D26-ADB9-6ADCDEC247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1" y="23356657"/>
            <a:ext cx="2895600" cy="134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393B41-A5E4-4218-980F-BD58DCEF3A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23356657"/>
            <a:ext cx="2133600" cy="134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d4770904d4d3e"/>
    <p:sldLayoutId xmlns:r="http://schemas.openxmlformats.org/officeDocument/2006/relationships" id="2147483650" r:id="Re7fb8f01e542442a"/>
    <p:sldLayoutId xmlns:r="http://schemas.openxmlformats.org/officeDocument/2006/relationships" id="2147483651" r:id="R73f02c278559409f"/>
    <p:sldLayoutId xmlns:r="http://schemas.openxmlformats.org/officeDocument/2006/relationships" id="2147483652" r:id="R0053a6f59ea54a3d"/>
    <p:sldLayoutId xmlns:r="http://schemas.openxmlformats.org/officeDocument/2006/relationships" id="2147483653" r:id="Rf252b9af0e474f87"/>
    <p:sldLayoutId xmlns:r="http://schemas.openxmlformats.org/officeDocument/2006/relationships" id="2147483654" r:id="R624be2eb609748fc"/>
    <p:sldLayoutId xmlns:r="http://schemas.openxmlformats.org/officeDocument/2006/relationships" id="2147483655" r:id="R3b30e329872a41c7"/>
    <p:sldLayoutId xmlns:r="http://schemas.openxmlformats.org/officeDocument/2006/relationships" id="2147483656" r:id="R3d956460d3624f72"/>
    <p:sldLayoutId xmlns:r="http://schemas.openxmlformats.org/officeDocument/2006/relationships" id="2147483657" r:id="R7b4dd373f3aa4e56"/>
    <p:sldLayoutId xmlns:r="http://schemas.openxmlformats.org/officeDocument/2006/relationships" id="2147483658" r:id="Rdea0d92b9f464a10"/>
    <p:sldLayoutId xmlns:r="http://schemas.openxmlformats.org/officeDocument/2006/relationships" id="2147483659" r:id="Ree37b8aea0624c75"/>
  </p:sldLayoutIdLst>
  <p:txStyles>
    <p:titleStyle>
      <a:lvl1pPr xmlns:a="http://schemas.openxmlformats.org/drawingml/2006/main" algn="ctr" defTabSz="457207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5" indent="-342905" algn="l" defTabSz="457207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62" indent="-285755" algn="l" defTabSz="457207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19" indent="-228604" algn="l" defTabSz="457207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27" indent="-228604" algn="l" defTabSz="457207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34" indent="-228604" algn="l" defTabSz="457207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41" indent="-228604" algn="l" defTabSz="457207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49" indent="-228604" algn="l" defTabSz="457207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56" indent="-228604" algn="l" defTabSz="457207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64" indent="-228604" algn="l" defTabSz="457207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7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15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22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30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37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45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52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59" algn="l" defTabSz="457207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ee24f54c68a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d240e872fa1d4c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a4886e8b7b55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40da8a25dea74f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a0eae476e94837" /><Relationship Type="http://schemas.openxmlformats.org/officeDocument/2006/relationships/notesSlide" Target="/ppt/notesSlides/notesSlide1.xml" Id="Re16206a091c14a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166b7babe994d66" /><Relationship Type="http://schemas.openxmlformats.org/officeDocument/2006/relationships/notesSlide" Target="/ppt/notesSlides/notesSlide2.xml" Id="R4eea27569b3343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2c4520fae134c03" /><Relationship Type="http://schemas.openxmlformats.org/officeDocument/2006/relationships/notesSlide" Target="/ppt/notesSlides/notesSlide3.xml" Id="R5148ca9ebaa240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C2BCC-0092-4FE2-9D7A-22022F74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428580"/>
            <a:ext cx="585216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6FC322-92A3-4525-895D-86A97A12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87" y="9508423"/>
            <a:ext cx="658368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0844543-AF83-46DD-B786-9815B76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30" y="9847645"/>
            <a:ext cx="11057839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E9514AA-1795-4228-B802-3206A064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5" y="9957372"/>
            <a:ext cx="457200" cy="576072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E4AFF01-19AB-4EC5-A5DF-1183D275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5" y="11602971"/>
            <a:ext cx="457200" cy="24695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76B11A6-DBE1-4D5E-B989-81D20D7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5" y="9957372"/>
            <a:ext cx="457200" cy="576072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ACA5354-9E44-4E8D-89D7-944D789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5" y="11602971"/>
            <a:ext cx="457200" cy="24695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222F53B6-6D95-4A9B-8E13-8E803FBD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1" y="12700572"/>
            <a:ext cx="274320" cy="502921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DBE6A385-286E-4C58-8192-319781E7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9" y="12700572"/>
            <a:ext cx="274320" cy="502921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19191D4-8FD2-4979-926B-A14EB6BE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3" y="10067100"/>
            <a:ext cx="566928" cy="384048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DF621EC-A3F1-4DDC-ADF4-77E58480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5" y="10067100"/>
            <a:ext cx="566928" cy="384048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E4D63C2-0415-43A9-B12B-931F13A0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3" y="10506012"/>
            <a:ext cx="566928" cy="384048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62526AF-3F1A-4F2D-AB20-42D914A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5" y="10506012"/>
            <a:ext cx="566928" cy="384048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>
            <a:extLst xmlns:a="http://schemas.openxmlformats.org/drawingml/2006/main">
              <a:ext uri="{FF2B5EF4-FFF2-40B4-BE49-F238E27FC236}">
                <a16:creationId xmlns:a16="http://schemas.microsoft.com/office/drawing/2014/main" id="{47359499-1767-4229-AF2A-FE01DB6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10944924"/>
            <a:ext cx="146304" cy="18288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A606FEE-C5F1-4B16-A24A-AF447653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3" y="11219244"/>
            <a:ext cx="1188720" cy="96926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>
            <a:extLst xmlns:a="http://schemas.openxmlformats.org/drawingml/2006/main">
              <a:ext uri="{FF2B5EF4-FFF2-40B4-BE49-F238E27FC236}">
                <a16:creationId xmlns:a16="http://schemas.microsoft.com/office/drawing/2014/main" id="{FFB4C085-E152-4CA7-97C9-2EB17E5C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3" y="12215939"/>
            <a:ext cx="128016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A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475DD28-0F16-4DB3-8205-D091AD4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3" y="12389676"/>
            <a:ext cx="1188720" cy="96926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>
            <a:extLst xmlns:a="http://schemas.openxmlformats.org/drawingml/2006/main">
              <a:ext uri="{FF2B5EF4-FFF2-40B4-BE49-F238E27FC236}">
                <a16:creationId xmlns:a16="http://schemas.microsoft.com/office/drawing/2014/main" id="{E47CCE20-C0C7-4EB8-A1E8-C685E27C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3" y="13386371"/>
            <a:ext cx="128016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A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2FE368B-AD3F-4627-8854-33F694C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3" y="13560108"/>
            <a:ext cx="1188720" cy="96926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>
            <a:extLst xmlns:a="http://schemas.openxmlformats.org/drawingml/2006/main">
              <a:ext uri="{FF2B5EF4-FFF2-40B4-BE49-F238E27FC236}">
                <a16:creationId xmlns:a16="http://schemas.microsoft.com/office/drawing/2014/main" id="{E8156A56-7D6A-4C6B-862E-F09E243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3" y="14556803"/>
            <a:ext cx="128016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A0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D40FA2E-3EA8-403F-876C-2FAEC52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3" y="14730540"/>
            <a:ext cx="1188720" cy="96926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5F7E2B7-C3EC-45A8-A8C5-C4E78445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957372"/>
            <a:ext cx="6473952" cy="1682496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502CE53-459D-45C9-8E94-7140A993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7" y="10021379"/>
            <a:ext cx="6345936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53640B5-77DD-4F5C-BAF1-3AEAD0E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469436"/>
            <a:ext cx="1816608" cy="104241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5875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CC96E9C-0E46-45D2-B7D2-F57C6DC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0899203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6344C67-6A56-482A-AA43-E39DC389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0469437"/>
            <a:ext cx="1816608" cy="104241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5875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C0A51FE2-7B44-4D4C-B14A-431140B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0899203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850CDF72-7171-4B06-B276-DD212EB6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0469437"/>
            <a:ext cx="1816608" cy="104241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5875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B5D1DEF-B28F-419B-8928-154952A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1749596"/>
            <a:ext cx="6473952" cy="221284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85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A2211757-E95E-4093-A06D-A2912287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7" y="11813603"/>
            <a:ext cx="6345936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185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2BE16CCC-AC6F-4A58-9821-FA5FA307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9" y="12261660"/>
            <a:ext cx="2862073" cy="157276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185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354086D-4F68-4F25-A8EE-37F1B1D3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6" y="12401774"/>
            <a:ext cx="2606039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A71BC51B-0FFD-4AE1-9BCC-45E614D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6" y="12682284"/>
            <a:ext cx="2606039" cy="310896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E8"/>
          </a:solidFill>
          <a:ln xmlns:a="http://schemas.openxmlformats.org/drawingml/2006/main" w="15875">
            <a:solidFill>
              <a:srgbClr val="21854A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2AC306A-867A-4157-A4C8-281EF1B0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6" y="13084620"/>
            <a:ext cx="2606039" cy="310896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E8"/>
          </a:solidFill>
          <a:ln xmlns:a="http://schemas.openxmlformats.org/drawingml/2006/main" w="15875">
            <a:solidFill>
              <a:srgbClr val="21854A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73DC2909-C712-46F2-ADA1-EE0F2BA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6" y="13486956"/>
            <a:ext cx="2606039" cy="310896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E8"/>
          </a:solidFill>
          <a:ln xmlns:a="http://schemas.openxmlformats.org/drawingml/2006/main" w="15875">
            <a:solidFill>
              <a:srgbClr val="21854A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72C6B946-9A5E-4827-B79E-3EE81BF1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9" y="12261660"/>
            <a:ext cx="2862073" cy="157276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185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0438071-34E7-4CDF-8390-1223EF5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7" y="12401773"/>
            <a:ext cx="2606039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2B5B09A9-36D1-47D5-8197-FE57BCD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7" y="12682284"/>
            <a:ext cx="2606039" cy="310896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E8"/>
          </a:solidFill>
          <a:ln xmlns:a="http://schemas.openxmlformats.org/drawingml/2006/main" w="15875">
            <a:solidFill>
              <a:srgbClr val="21854A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BF074B9F-671A-4BB1-86E0-4308B55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7" y="13084620"/>
            <a:ext cx="2606039" cy="310896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E8"/>
          </a:solidFill>
          <a:ln xmlns:a="http://schemas.openxmlformats.org/drawingml/2006/main" w="15875">
            <a:solidFill>
              <a:srgbClr val="21854A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B90E887B-AF53-4CE8-AF03-D81C1D5C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7" y="13486957"/>
            <a:ext cx="2606039" cy="310896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E8"/>
          </a:solidFill>
          <a:ln xmlns:a="http://schemas.openxmlformats.org/drawingml/2006/main" w="15875">
            <a:solidFill>
              <a:srgbClr val="21854A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>
            <a:extLst xmlns:a="http://schemas.openxmlformats.org/drawingml/2006/main">
              <a:ext uri="{FF2B5EF4-FFF2-40B4-BE49-F238E27FC236}">
                <a16:creationId xmlns:a16="http://schemas.microsoft.com/office/drawing/2014/main" id="{01F45E95-E51A-4E11-B061-7C9C2696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2947460"/>
            <a:ext cx="256032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5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7D174356-2CCA-4FC1-959B-B2B85CF2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4072172"/>
            <a:ext cx="6473952" cy="16459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8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AB4EB291-8D19-4249-A973-B2CA6A10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7" y="14136179"/>
            <a:ext cx="6345936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F48E7214-1608-4AC1-ABEC-7008C8A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9" y="14584236"/>
            <a:ext cx="1348738" cy="10058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5875">
            <a:solidFill>
              <a:srgbClr val="BF8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>
            <a:extLst xmlns:a="http://schemas.openxmlformats.org/drawingml/2006/main">
              <a:ext uri="{FF2B5EF4-FFF2-40B4-BE49-F238E27FC236}">
                <a16:creationId xmlns:a16="http://schemas.microsoft.com/office/drawing/2014/main" id="{CCFC87CF-5A4A-440E-AE97-06D697A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635" y="15004860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10B8CD6A-5260-4CB4-9826-64F2BA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092" y="14584236"/>
            <a:ext cx="1348738" cy="10058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5875">
            <a:solidFill>
              <a:srgbClr val="BF8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>
            <a:extLst xmlns:a="http://schemas.openxmlformats.org/drawingml/2006/main">
              <a:ext uri="{FF2B5EF4-FFF2-40B4-BE49-F238E27FC236}">
                <a16:creationId xmlns:a16="http://schemas.microsoft.com/office/drawing/2014/main" id="{123A65D7-84BA-4C4E-B6D0-314A9F5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5004860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62E8ACD5-A517-4899-A420-F8E2827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577" y="14584236"/>
            <a:ext cx="1348738" cy="10058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5875">
            <a:solidFill>
              <a:srgbClr val="BF8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>
            <a:extLst xmlns:a="http://schemas.openxmlformats.org/drawingml/2006/main">
              <a:ext uri="{FF2B5EF4-FFF2-40B4-BE49-F238E27FC236}">
                <a16:creationId xmlns:a16="http://schemas.microsoft.com/office/drawing/2014/main" id="{C1DCC001-1F9A-4589-9499-DAB4853E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15004860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EE4E3CF9-32EF-461E-98EC-FBB04986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1" y="14584236"/>
            <a:ext cx="1348738" cy="10058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15875">
            <a:solidFill>
              <a:srgbClr val="BF8F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46E5B00B-9473-425A-8945-B1190ECA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3" y="10030524"/>
            <a:ext cx="2084831" cy="10241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5875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>
            <a:extLst xmlns:a="http://schemas.openxmlformats.org/drawingml/2006/main">
              <a:ext uri="{FF2B5EF4-FFF2-40B4-BE49-F238E27FC236}">
                <a16:creationId xmlns:a16="http://schemas.microsoft.com/office/drawing/2014/main" id="{DDAE0AAC-8FB8-4BDC-AE44-92DCB9D3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11082082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186122E1-2951-4EF7-AF63-56558FFB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3" y="11255820"/>
            <a:ext cx="2084831" cy="10241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5875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>
            <a:extLst xmlns:a="http://schemas.openxmlformats.org/drawingml/2006/main">
              <a:ext uri="{FF2B5EF4-FFF2-40B4-BE49-F238E27FC236}">
                <a16:creationId xmlns:a16="http://schemas.microsoft.com/office/drawing/2014/main" id="{863888CE-6614-41D0-826D-A1D1CBE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12307379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1DFE4FB6-53FB-49DE-A629-C4D28E6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3" y="12481116"/>
            <a:ext cx="2084831" cy="10241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5875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>
            <a:extLst xmlns:a="http://schemas.openxmlformats.org/drawingml/2006/main">
              <a:ext uri="{FF2B5EF4-FFF2-40B4-BE49-F238E27FC236}">
                <a16:creationId xmlns:a16="http://schemas.microsoft.com/office/drawing/2014/main" id="{89FC3775-36A3-4D3E-9B1D-08C80462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13532675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1"/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B9D0F9B2-E4F2-4FF4-979F-74D046F3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3" y="13706412"/>
            <a:ext cx="2084831" cy="10241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5875">
            <a:solidFill>
              <a:srgbClr val="EDA0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36576" rIns="54864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201"/>
              </a:spcBef>
              <a:buNone/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698BDAB7-BAE8-4570-9EC9-6CD8569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3" y="14931708"/>
            <a:ext cx="2084831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  <p:extLst>
      <p:ext uri="{BB962C8B-B14F-4D97-AF65-F5344CB8AC3E}">
        <p14:creationId xmlns:p14="http://schemas.microsoft.com/office/powerpoint/2010/main" val="1193095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研究基础侧栏_4">
            <a:extLst xmlns:a="http://schemas.openxmlformats.org/drawingml/2006/main"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 xmlns:a="http://schemas.openxmlformats.org/drawingml/2006/main"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476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466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981200"/>
            <a:ext cx="101727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 xmlns:a="http://schemas.openxmlformats.org/drawingml/2006/main"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43375"/>
            <a:ext cx="1188720" cy="3048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229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4743450"/>
            <a:ext cx="101727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 xmlns:a="http://schemas.openxmlformats.org/drawingml/2006/main"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477125"/>
            <a:ext cx="1188720" cy="25717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7562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8077200"/>
            <a:ext cx="101727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 xmlns:a="http://schemas.openxmlformats.org/drawingml/2006/main"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001375"/>
            <a:ext cx="1188720" cy="33813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1087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1601450"/>
            <a:ext cx="10172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859250"/>
            <a:ext cx="1188720" cy="2333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694497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7459325"/>
            <a:ext cx="10172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 xmlns:a="http://schemas.openxmlformats.org/drawingml/2006/main"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64500"/>
            <a:ext cx="1188720" cy="3524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文字_28">
            <a:extLst xmlns:a="http://schemas.openxmlformats.org/drawingml/2006/main"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2085022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21364575"/>
            <a:ext cx="101727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 xmlns:a="http://schemas.openxmlformats.org/drawingml/2006/main"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201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模块标题背景_31">
            <a:extLst xmlns:a="http://schemas.openxmlformats.org/drawingml/2006/main"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模块标题_32">
            <a:extLst xmlns:a="http://schemas.openxmlformats.org/drawingml/2006/main"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 xmlns:a="http://schemas.openxmlformats.org/drawingml/2006/main"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 xmlns:a="http://schemas.openxmlformats.org/drawingml/2006/main"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 xmlns:a="http://schemas.openxmlformats.org/drawingml/2006/main"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 xmlns:a="http://schemas.openxmlformats.org/drawingml/2006/main"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 xmlns:a="http://schemas.openxmlformats.org/drawingml/2006/main"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流程箭头_43">
            <a:extLst xmlns:a="http://schemas.openxmlformats.org/drawingml/2006/main"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文字_44">
            <a:extLst xmlns:a="http://schemas.openxmlformats.org/drawingml/2006/main"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610819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956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容器_46">
            <a:extLst xmlns:a="http://schemas.openxmlformats.org/drawingml/2006/main"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 xmlns:a="http://schemas.openxmlformats.org/drawingml/2006/main"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文字_51">
            <a:extLst xmlns:a="http://schemas.openxmlformats.org/drawingml/2006/main"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 xmlns:a="http://schemas.openxmlformats.org/drawingml/2006/main"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 xmlns:a="http://schemas.openxmlformats.org/drawingml/2006/main"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文字_57">
            <a:extLst xmlns:a="http://schemas.openxmlformats.org/drawingml/2006/main"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 xmlns:a="http://schemas.openxmlformats.org/drawingml/2006/main"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 xmlns:a="http://schemas.openxmlformats.org/drawingml/2006/main"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 xmlns:a="http://schemas.openxmlformats.org/drawingml/2006/main"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 xmlns:a="http://schemas.openxmlformats.org/drawingml/2006/main"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153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1628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供需失配与运输服务联合响应_72">
            <a:extLst xmlns:a="http://schemas.openxmlformats.org/drawingml/2006/main"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410450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3" name="文字_73">
            <a:extLst xmlns:a="http://schemas.openxmlformats.org/drawingml/2006/main"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7496175"/>
            <a:ext cx="597484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7915275"/>
            <a:ext cx="5936742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591550"/>
            <a:ext cx="6108192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4392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6229350"/>
          </a:xfrm>
          <a:prstGeom xmlns:a="http://schemas.openxmlformats.org/drawingml/2006/main" prst="roundRect">
            <a:avLst>
              <a:gd name="adj" fmla="val 1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 xmlns:a="http://schemas.openxmlformats.org/drawingml/2006/main"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0277475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0582275"/>
            <a:ext cx="5936742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文字_85">
            <a:extLst xmlns:a="http://schemas.openxmlformats.org/drawingml/2006/main"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 xmlns:a="http://schemas.openxmlformats.org/drawingml/2006/main"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9" name="容器_89">
            <a:extLst xmlns:a="http://schemas.openxmlformats.org/drawingml/2006/main"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0" name="容器_90">
            <a:extLst xmlns:a="http://schemas.openxmlformats.org/drawingml/2006/main"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 xmlns:a="http://schemas.openxmlformats.org/drawingml/2006/main"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4" name="文字_94">
            <a:extLst xmlns:a="http://schemas.openxmlformats.org/drawingml/2006/main"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 xmlns:a="http://schemas.openxmlformats.org/drawingml/2006/main"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 xmlns:a="http://schemas.openxmlformats.org/drawingml/2006/main"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7" name="文字_97">
            <a:extLst xmlns:a="http://schemas.openxmlformats.org/drawingml/2006/main"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 xmlns:a="http://schemas.openxmlformats.org/drawingml/2006/main"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0" name="文字_100">
            <a:extLst xmlns:a="http://schemas.openxmlformats.org/drawingml/2006/main"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 xmlns:a="http://schemas.openxmlformats.org/drawingml/2006/main"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 xmlns:a="http://schemas.openxmlformats.org/drawingml/2006/main"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3" name="文字_103">
            <a:extLst xmlns:a="http://schemas.openxmlformats.org/drawingml/2006/main"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 xmlns:a="http://schemas.openxmlformats.org/drawingml/2006/main"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 xmlns:a="http://schemas.openxmlformats.org/drawingml/2006/main"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6" name="文字_106">
            <a:extLst xmlns:a="http://schemas.openxmlformats.org/drawingml/2006/main"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 xmlns:a="http://schemas.openxmlformats.org/drawingml/2006/main"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 xmlns:a="http://schemas.openxmlformats.org/drawingml/2006/main"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9" name="文字_109">
            <a:extLst xmlns:a="http://schemas.openxmlformats.org/drawingml/2006/main"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 xmlns:a="http://schemas.openxmlformats.org/drawingml/2006/main"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725400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2" name="连接线_112">
            <a:extLst xmlns:a="http://schemas.openxmlformats.org/drawingml/2006/main"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连接线_113">
            <a:extLst xmlns:a="http://schemas.openxmlformats.org/drawingml/2006/main"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4" name="连接线_114">
            <a:extLst xmlns:a="http://schemas.openxmlformats.org/drawingml/2006/main"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4303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5" name="流程箭头_115">
            <a:extLst xmlns:a="http://schemas.openxmlformats.org/drawingml/2006/main"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4399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6" name="行为反馈更新有效运力、到达流与运输需求_116">
            <a:extLst xmlns:a="http://schemas.openxmlformats.org/drawingml/2006/main"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678025"/>
            <a:ext cx="6108192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763750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5068550"/>
            <a:ext cx="593674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 xmlns:a="http://schemas.openxmlformats.org/drawingml/2006/main"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5335250"/>
            <a:ext cx="610819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 xmlns:a="http://schemas.openxmlformats.org/drawingml/2006/main"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9828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1" name="连接线_121">
            <a:extLst xmlns:a="http://schemas.openxmlformats.org/drawingml/2006/main"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2" name="连接线_122">
            <a:extLst xmlns:a="http://schemas.openxmlformats.org/drawingml/2006/main"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3" name="流程箭头_123">
            <a:extLst xmlns:a="http://schemas.openxmlformats.org/drawingml/2006/main"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9828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5" name="连接线_125">
            <a:extLst xmlns:a="http://schemas.openxmlformats.org/drawingml/2006/main"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6" name="连接线_126">
            <a:extLst xmlns:a="http://schemas.openxmlformats.org/drawingml/2006/main"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7" name="流程箭头_127">
            <a:extLst xmlns:a="http://schemas.openxmlformats.org/drawingml/2006/main"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8" name="容器_128">
            <a:extLst xmlns:a="http://schemas.openxmlformats.org/drawingml/2006/main"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0391775"/>
            <a:ext cx="257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容器_129">
            <a:extLst xmlns:a="http://schemas.openxmlformats.org/drawingml/2006/main"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877550"/>
            <a:ext cx="2667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0" name="文字_130">
            <a:extLst xmlns:a="http://schemas.openxmlformats.org/drawingml/2006/main"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763125"/>
            <a:ext cx="238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191750"/>
            <a:ext cx="238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 xmlns:a="http://schemas.openxmlformats.org/drawingml/2006/main"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33" name="研究模块_133">
            <a:extLst xmlns:a="http://schemas.openxmlformats.org/drawingml/2006/main"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6002000"/>
            <a:ext cx="6473952" cy="7543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4" name="模块标题背景_134">
            <a:extLst xmlns:a="http://schemas.openxmlformats.org/drawingml/2006/main"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60660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5" name="模块标题_135">
            <a:extLst xmlns:a="http://schemas.openxmlformats.org/drawingml/2006/main"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60686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 xmlns:a="http://schemas.openxmlformats.org/drawingml/2006/main"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554450"/>
            <a:ext cx="6108192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7" name="文字_137">
            <a:extLst xmlns:a="http://schemas.openxmlformats.org/drawingml/2006/main"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6640175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 xmlns:a="http://schemas.openxmlformats.org/drawingml/2006/main"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6983075"/>
            <a:ext cx="59367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 xmlns:a="http://schemas.openxmlformats.org/drawingml/2006/main"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383125"/>
            <a:ext cx="1524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融合运行与市场行为反馈的航运动态响应模型_140">
            <a:extLst xmlns:a="http://schemas.openxmlformats.org/drawingml/2006/main"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592675"/>
            <a:ext cx="610819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1" name="文字_141">
            <a:extLst xmlns:a="http://schemas.openxmlformats.org/drawingml/2006/main"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7678400"/>
            <a:ext cx="59748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 xmlns:a="http://schemas.openxmlformats.org/drawingml/2006/main"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049875"/>
            <a:ext cx="593674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 xmlns:a="http://schemas.openxmlformats.org/drawingml/2006/main"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745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4" name="连接线_144">
            <a:extLst xmlns:a="http://schemas.openxmlformats.org/drawingml/2006/main"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8404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5" name="流程箭头_145">
            <a:extLst xmlns:a="http://schemas.openxmlformats.org/drawingml/2006/main"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流程箭头_146">
            <a:extLst xmlns:a="http://schemas.openxmlformats.org/drawingml/2006/main"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典型事件参数校准_147">
            <a:extLst xmlns:a="http://schemas.openxmlformats.org/drawingml/2006/main"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8" name="文字_148">
            <a:extLst xmlns:a="http://schemas.openxmlformats.org/drawingml/2006/main"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 xmlns:a="http://schemas.openxmlformats.org/drawingml/2006/main"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 xmlns:a="http://schemas.openxmlformats.org/drawingml/2006/main"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40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 xmlns:a="http://schemas.openxmlformats.org/drawingml/2006/main"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5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 xmlns:a="http://schemas.openxmlformats.org/drawingml/2006/main"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71675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4" name="连接线_154">
            <a:extLst xmlns:a="http://schemas.openxmlformats.org/drawingml/2006/main"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5" name="流程箭头_155">
            <a:extLst xmlns:a="http://schemas.openxmlformats.org/drawingml/2006/main"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308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6" name="连接线_156">
            <a:extLst xmlns:a="http://schemas.openxmlformats.org/drawingml/2006/main"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7" name="连接线_157">
            <a:extLst xmlns:a="http://schemas.openxmlformats.org/drawingml/2006/main"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8" name="连接线_158">
            <a:extLst xmlns:a="http://schemas.openxmlformats.org/drawingml/2006/main"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9" name="连接线_159">
            <a:extLst xmlns:a="http://schemas.openxmlformats.org/drawingml/2006/main"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0" name="流程箭头_160">
            <a:extLst xmlns:a="http://schemas.openxmlformats.org/drawingml/2006/main"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308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1" name="容器_161">
            <a:extLst xmlns:a="http://schemas.openxmlformats.org/drawingml/2006/main"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888075"/>
            <a:ext cx="257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2" name="容器_162">
            <a:extLst xmlns:a="http://schemas.openxmlformats.org/drawingml/2006/main"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880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 xmlns:a="http://schemas.openxmlformats.org/drawingml/2006/main"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6" name="连接线_166">
            <a:extLst xmlns:a="http://schemas.openxmlformats.org/drawingml/2006/main"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7" name="连接线_167">
            <a:extLst xmlns:a="http://schemas.openxmlformats.org/drawingml/2006/main"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6597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8" name="流程箭头_168">
            <a:extLst xmlns:a="http://schemas.openxmlformats.org/drawingml/2006/main"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6692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9" name="多情景传播与恢复推演_169">
            <a:extLst xmlns:a="http://schemas.openxmlformats.org/drawingml/2006/main"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0907375"/>
            <a:ext cx="6108192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0993100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 xmlns:a="http://schemas.openxmlformats.org/drawingml/2006/main"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1336000"/>
            <a:ext cx="593674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 xmlns:a="http://schemas.openxmlformats.org/drawingml/2006/main"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027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73" name="供需失配与放大阈值_173">
            <a:extLst xmlns:a="http://schemas.openxmlformats.org/drawingml/2006/main"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4" name="文字_174">
            <a:extLst xmlns:a="http://schemas.openxmlformats.org/drawingml/2006/main"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 xmlns:a="http://schemas.openxmlformats.org/drawingml/2006/main"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7" name="文字_177">
            <a:extLst xmlns:a="http://schemas.openxmlformats.org/drawingml/2006/main"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 xmlns:a="http://schemas.openxmlformats.org/drawingml/2006/main"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0" name="文字_180">
            <a:extLst xmlns:a="http://schemas.openxmlformats.org/drawingml/2006/main"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 xmlns:a="http://schemas.openxmlformats.org/drawingml/2006/main"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3336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3" name="文字_183">
            <a:extLst xmlns:a="http://schemas.openxmlformats.org/drawingml/2006/main"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46685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 xmlns:a="http://schemas.openxmlformats.org/drawingml/2006/main"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952625"/>
            <a:ext cx="1913382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 xmlns:a="http://schemas.openxmlformats.org/drawingml/2006/main"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143375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6" name="文字_186">
            <a:extLst xmlns:a="http://schemas.openxmlformats.org/drawingml/2006/main"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422910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 xmlns:a="http://schemas.openxmlformats.org/drawingml/2006/main"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4714875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 xmlns:a="http://schemas.openxmlformats.org/drawingml/2006/main"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0675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9" name="文字_189">
            <a:extLst xmlns:a="http://schemas.openxmlformats.org/drawingml/2006/main"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71532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 xmlns:a="http://schemas.openxmlformats.org/drawingml/2006/main"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76390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 xmlns:a="http://schemas.openxmlformats.org/drawingml/2006/main"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42887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2" name="文字_192">
            <a:extLst xmlns:a="http://schemas.openxmlformats.org/drawingml/2006/main"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0944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 xmlns:a="http://schemas.openxmlformats.org/drawingml/2006/main"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1430000"/>
            <a:ext cx="1913382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 xmlns:a="http://schemas.openxmlformats.org/drawingml/2006/main"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906500"/>
            <a:ext cx="208483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5" name="文字_195">
            <a:extLst xmlns:a="http://schemas.openxmlformats.org/drawingml/2006/main"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3992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 xmlns:a="http://schemas.openxmlformats.org/drawingml/2006/main"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4478000"/>
            <a:ext cx="191338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 xmlns:a="http://schemas.openxmlformats.org/drawingml/2006/main"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8117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8" name="文字_198">
            <a:extLst xmlns:a="http://schemas.openxmlformats.org/drawingml/2006/main"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78974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 xmlns:a="http://schemas.openxmlformats.org/drawingml/2006/main"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83832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 xmlns:a="http://schemas.openxmlformats.org/drawingml/2006/main"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9550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1" name="文字_201">
            <a:extLst xmlns:a="http://schemas.openxmlformats.org/drawingml/2006/main"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210407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 xmlns:a="http://schemas.openxmlformats.org/drawingml/2006/main"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21526500"/>
            <a:ext cx="1913382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 xmlns:a="http://schemas.openxmlformats.org/drawingml/2006/main"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781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4" name="流程箭头_204">
            <a:extLst xmlns:a="http://schemas.openxmlformats.org/drawingml/2006/main"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534150"/>
            <a:ext cx="1524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5" name="流程箭头_205">
            <a:extLst xmlns:a="http://schemas.openxmlformats.org/drawingml/2006/main"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372600"/>
            <a:ext cx="152400" cy="1238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6" name="流程箭头_206">
            <a:extLst xmlns:a="http://schemas.openxmlformats.org/drawingml/2006/main"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40167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7" name="流程箭头_207">
            <a:extLst xmlns:a="http://schemas.openxmlformats.org/drawingml/2006/main"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659100"/>
            <a:ext cx="152400" cy="1914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8" name="流程箭头_208">
            <a:extLst xmlns:a="http://schemas.openxmlformats.org/drawingml/2006/main"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126325"/>
            <a:ext cx="152400" cy="581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9" name="集成支撑_209">
            <a:extLst xmlns:a="http://schemas.openxmlformats.org/drawingml/2006/main"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3374350"/>
            <a:ext cx="2084832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0" name="文字_210">
            <a:extLst xmlns:a="http://schemas.openxmlformats.org/drawingml/2006/main"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460075"/>
            <a:ext cx="1933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 xmlns:a="http://schemas.openxmlformats.org/drawingml/2006/main"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622000"/>
            <a:ext cx="647395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 xmlns:a="http://schemas.openxmlformats.org/drawingml/2006/main"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64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总标题_1">
            <a:extLst xmlns:a="http://schemas.openxmlformats.org/drawingml/2006/main"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数据侧栏_4">
            <a:extLst xmlns:a="http://schemas.openxmlformats.org/drawingml/2006/main"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17906996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17906996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8349888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819150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 xmlns:a="http://schemas.openxmlformats.org/drawingml/2006/main"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17335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478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943100"/>
            <a:ext cx="97917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 xmlns:a="http://schemas.openxmlformats.org/drawingml/2006/main"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76625"/>
            <a:ext cx="1188720" cy="20383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35433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4038600"/>
            <a:ext cx="97917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 xmlns:a="http://schemas.openxmlformats.org/drawingml/2006/main"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24525"/>
            <a:ext cx="1188720" cy="1571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57912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6286500"/>
            <a:ext cx="97917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 xmlns:a="http://schemas.openxmlformats.org/drawingml/2006/main"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210550"/>
            <a:ext cx="1188720" cy="18288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827722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8772525"/>
            <a:ext cx="97917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592300"/>
            <a:ext cx="1188720" cy="19431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6589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5154275"/>
            <a:ext cx="97917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 xmlns:a="http://schemas.openxmlformats.org/drawingml/2006/main"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66770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模块标题背景_28">
            <a:extLst xmlns:a="http://schemas.openxmlformats.org/drawingml/2006/main"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模块标题_29">
            <a:extLst xmlns:a="http://schemas.openxmlformats.org/drawingml/2006/main"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 xmlns:a="http://schemas.openxmlformats.org/drawingml/2006/main"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文字_31">
            <a:extLst xmlns:a="http://schemas.openxmlformats.org/drawingml/2006/main"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强度</a:t>
            </a:r>
            <a:endParaRPr sz="13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</a:t>
            </a:r>
            <a:endParaRPr sz="13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通航约束变化_33">
            <a:extLst xmlns:a="http://schemas.openxmlformats.org/drawingml/2006/main"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  <a:endParaRPr sz="13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船型限制</a:t>
            </a:r>
            <a:endParaRPr sz="13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施工扰动情景_36">
            <a:extLst xmlns:a="http://schemas.openxmlformats.org/drawingml/2006/main"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 xmlns:a="http://schemas.openxmlformats.org/drawingml/2006/main"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80022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0" name="流程箭头_40">
            <a:extLst xmlns:a="http://schemas.openxmlformats.org/drawingml/2006/main"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80022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1" name="连接线_41">
            <a:extLst xmlns:a="http://schemas.openxmlformats.org/drawingml/2006/main"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24288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2" name="连接线_42">
            <a:extLst xmlns:a="http://schemas.openxmlformats.org/drawingml/2006/main"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43175"/>
            <a:ext cx="21396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连接线_43">
            <a:extLst xmlns:a="http://schemas.openxmlformats.org/drawingml/2006/main"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连接线_44">
            <a:extLst xmlns:a="http://schemas.openxmlformats.org/drawingml/2006/main"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670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765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流程箭头_46">
            <a:extLst xmlns:a="http://schemas.openxmlformats.org/drawingml/2006/main"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765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876550"/>
            <a:ext cx="2862072" cy="29527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容器_48">
            <a:extLst xmlns:a="http://schemas.openxmlformats.org/drawingml/2006/main"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876550"/>
            <a:ext cx="2862072" cy="29527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 xmlns:a="http://schemas.openxmlformats.org/drawingml/2006/main"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52750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 xmlns:a="http://schemas.openxmlformats.org/drawingml/2006/main"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2676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04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147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 xmlns:a="http://schemas.openxmlformats.org/drawingml/2006/main"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76725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 xmlns:a="http://schemas.openxmlformats.org/drawingml/2006/main"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57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 xmlns:a="http://schemas.openxmlformats.org/drawingml/2006/main"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149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 xmlns:a="http://schemas.openxmlformats.org/drawingml/2006/main"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292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 xmlns:a="http://schemas.openxmlformats.org/drawingml/2006/main"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33750"/>
            <a:ext cx="2676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004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 xmlns:a="http://schemas.openxmlformats.org/drawingml/2006/main"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  <a:endParaRPr sz="1313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常态波动_63">
            <a:extLst xmlns:a="http://schemas.openxmlformats.org/drawingml/2006/main"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76725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 xmlns:a="http://schemas.openxmlformats.org/drawingml/2006/main"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57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 xmlns:a="http://schemas.openxmlformats.org/drawingml/2006/main"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48250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1149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 xmlns:a="http://schemas.openxmlformats.org/drawingml/2006/main"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0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0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连接线_71">
            <a:extLst xmlns:a="http://schemas.openxmlformats.org/drawingml/2006/main"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817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912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3" name="供需失配与运输服务响应_73">
            <a:extLst xmlns:a="http://schemas.openxmlformats.org/drawingml/2006/main"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191250"/>
            <a:ext cx="6108192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6257925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6600825"/>
            <a:ext cx="5898642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866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658100"/>
            <a:ext cx="6473952" cy="3800475"/>
          </a:xfrm>
          <a:prstGeom xmlns:a="http://schemas.openxmlformats.org/drawingml/2006/main" prst="roundRect">
            <a:avLst>
              <a:gd name="adj" fmla="val 25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77221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7247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 xmlns:a="http://schemas.openxmlformats.org/drawingml/2006/main"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210550"/>
            <a:ext cx="6108192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827722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8582025"/>
            <a:ext cx="5898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8677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9820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流程箭头_85">
            <a:extLst xmlns:a="http://schemas.openxmlformats.org/drawingml/2006/main"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89916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6" name="流程箭头_86">
            <a:extLst xmlns:a="http://schemas.openxmlformats.org/drawingml/2006/main"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9916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7" name="船舶组织调整_87">
            <a:extLst xmlns:a="http://schemas.openxmlformats.org/drawingml/2006/main"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9201150"/>
            <a:ext cx="286207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8" name="文字_88">
            <a:extLst xmlns:a="http://schemas.openxmlformats.org/drawingml/2006/main"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926782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 xmlns:a="http://schemas.openxmlformats.org/drawingml/2006/main"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9610725"/>
            <a:ext cx="265252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 xmlns:a="http://schemas.openxmlformats.org/drawingml/2006/main"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9201150"/>
            <a:ext cx="286207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926782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9610725"/>
            <a:ext cx="265252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 xmlns:a="http://schemas.openxmlformats.org/drawingml/2006/main"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3917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4" name="连接线_94">
            <a:extLst xmlns:a="http://schemas.openxmlformats.org/drawingml/2006/main"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3917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5" name="连接线_95">
            <a:extLst xmlns:a="http://schemas.openxmlformats.org/drawingml/2006/main"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4679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6" name="流程箭头_96">
            <a:extLst xmlns:a="http://schemas.openxmlformats.org/drawingml/2006/main"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4775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7" name="组织调整对运行的反馈_97">
            <a:extLst xmlns:a="http://schemas.openxmlformats.org/drawingml/2006/main"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668000"/>
            <a:ext cx="6108192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073467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 xmlns:a="http://schemas.openxmlformats.org/drawingml/2006/main"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1039475"/>
            <a:ext cx="5898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 xmlns:a="http://schemas.openxmlformats.org/drawingml/2006/main"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100137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1" name="连接线_101">
            <a:extLst xmlns:a="http://schemas.openxmlformats.org/drawingml/2006/main"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52850"/>
            <a:ext cx="19050" cy="724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2" name="连接线_102">
            <a:extLst xmlns:a="http://schemas.openxmlformats.org/drawingml/2006/main"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528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3" name="流程箭头_103">
            <a:extLst xmlns:a="http://schemas.openxmlformats.org/drawingml/2006/main"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4" name="连接线_104">
            <a:extLst xmlns:a="http://schemas.openxmlformats.org/drawingml/2006/main"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0013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5" name="连接线_105">
            <a:extLst xmlns:a="http://schemas.openxmlformats.org/drawingml/2006/main"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52850"/>
            <a:ext cx="19050" cy="724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6" name="连接线_106">
            <a:extLst xmlns:a="http://schemas.openxmlformats.org/drawingml/2006/main"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7" name="流程箭头_107">
            <a:extLst xmlns:a="http://schemas.openxmlformats.org/drawingml/2006/main"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8" name="容器_108">
            <a:extLst xmlns:a="http://schemas.openxmlformats.org/drawingml/2006/main"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85825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容器_109">
            <a:extLst xmlns:a="http://schemas.openxmlformats.org/drawingml/2006/main"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85825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85825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 xmlns:a="http://schemas.openxmlformats.org/drawingml/2006/main"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85825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 xmlns:a="http://schemas.openxmlformats.org/drawingml/2006/main"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4776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研究模块_113">
            <a:extLst xmlns:a="http://schemas.openxmlformats.org/drawingml/2006/main"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1630025"/>
            <a:ext cx="6473952" cy="699135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4" name="模块标题背景_114">
            <a:extLst xmlns:a="http://schemas.openxmlformats.org/drawingml/2006/main"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169403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5" name="模块标题_115">
            <a:extLst xmlns:a="http://schemas.openxmlformats.org/drawingml/2006/main"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16967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 xmlns:a="http://schemas.openxmlformats.org/drawingml/2006/main"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2182475"/>
            <a:ext cx="6108192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2249150"/>
            <a:ext cx="59557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2573000"/>
            <a:ext cx="5898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 xmlns:a="http://schemas.openxmlformats.org/drawingml/2006/main"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13497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0" name="航运动态响应模型_120">
            <a:extLst xmlns:a="http://schemas.openxmlformats.org/drawingml/2006/main"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315950"/>
            <a:ext cx="6108192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1" name="文字_121">
            <a:extLst xmlns:a="http://schemas.openxmlformats.org/drawingml/2006/main"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3382625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 xmlns:a="http://schemas.openxmlformats.org/drawingml/2006/main"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3725525"/>
            <a:ext cx="589864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 xmlns:a="http://schemas.openxmlformats.org/drawingml/2006/main"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2494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3637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5" name="流程箭头_125">
            <a:extLst xmlns:a="http://schemas.openxmlformats.org/drawingml/2006/main"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3732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6" name="流程箭头_126">
            <a:extLst xmlns:a="http://schemas.openxmlformats.org/drawingml/2006/main"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732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7" name="典型事件校准_127">
            <a:extLst xmlns:a="http://schemas.openxmlformats.org/drawingml/2006/main"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592300"/>
            <a:ext cx="2862072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8" name="文字_128">
            <a:extLst xmlns:a="http://schemas.openxmlformats.org/drawingml/2006/main"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65897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 xmlns:a="http://schemas.openxmlformats.org/drawingml/2006/main"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5001875"/>
            <a:ext cx="265252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 xmlns:a="http://schemas.openxmlformats.org/drawingml/2006/main"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4592300"/>
            <a:ext cx="2862072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465897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 xmlns:a="http://schemas.openxmlformats.org/drawingml/2006/main"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5001875"/>
            <a:ext cx="265252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 xmlns:a="http://schemas.openxmlformats.org/drawingml/2006/main"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516380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4" name="连接线_134">
            <a:extLst xmlns:a="http://schemas.openxmlformats.org/drawingml/2006/main"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7826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5" name="连接线_135">
            <a:extLst xmlns:a="http://schemas.openxmlformats.org/drawingml/2006/main"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78267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6" name="流程箭头_136">
            <a:extLst xmlns:a="http://schemas.openxmlformats.org/drawingml/2006/main"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7160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7" name="连接线_137">
            <a:extLst xmlns:a="http://schemas.openxmlformats.org/drawingml/2006/main"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1638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8" name="连接线_138">
            <a:extLst xmlns:a="http://schemas.openxmlformats.org/drawingml/2006/main"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37826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9" name="连接线_139">
            <a:extLst xmlns:a="http://schemas.openxmlformats.org/drawingml/2006/main"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826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流程箭头_140">
            <a:extLst xmlns:a="http://schemas.openxmlformats.org/drawingml/2006/main"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71600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1" name="容器_141">
            <a:extLst xmlns:a="http://schemas.openxmlformats.org/drawingml/2006/main"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2113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容器_142">
            <a:extLst xmlns:a="http://schemas.openxmlformats.org/drawingml/2006/main"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2113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3" name="文字_143">
            <a:extLst xmlns:a="http://schemas.openxmlformats.org/drawingml/2006/main"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2113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 xmlns:a="http://schemas.openxmlformats.org/drawingml/2006/main"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113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 xmlns:a="http://schemas.openxmlformats.org/drawingml/2006/main"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801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连接线_146">
            <a:extLst xmlns:a="http://schemas.openxmlformats.org/drawingml/2006/main"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01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连接线_147">
            <a:extLst xmlns:a="http://schemas.openxmlformats.org/drawingml/2006/main"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8781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8" name="流程箭头_148">
            <a:extLst xmlns:a="http://schemas.openxmlformats.org/drawingml/2006/main"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9" name="多情景传播与恢复响应_149">
            <a:extLst xmlns:a="http://schemas.openxmlformats.org/drawingml/2006/main"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068675"/>
            <a:ext cx="6108192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0" name="文字_150">
            <a:extLst xmlns:a="http://schemas.openxmlformats.org/drawingml/2006/main"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6135350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  <a:endParaRPr sz="1575" b="1">
              <a:solidFill>
                <a:srgbClr val="BF8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6478250"/>
            <a:ext cx="589864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  <a:endParaRPr sz="14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  <a:endParaRPr sz="14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流程箭头_152">
            <a:extLst xmlns:a="http://schemas.openxmlformats.org/drawingml/2006/main"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0783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3" name="供需失配与阈值_153">
            <a:extLst xmlns:a="http://schemas.openxmlformats.org/drawingml/2006/main"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4" name="文字_154">
            <a:extLst xmlns:a="http://schemas.openxmlformats.org/drawingml/2006/main"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 xmlns:a="http://schemas.openxmlformats.org/drawingml/2006/main"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 xmlns:a="http://schemas.openxmlformats.org/drawingml/2006/main"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7" name="文字_157">
            <a:extLst xmlns:a="http://schemas.openxmlformats.org/drawingml/2006/main"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 xmlns:a="http://schemas.openxmlformats.org/drawingml/2006/main"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 xmlns:a="http://schemas.openxmlformats.org/drawingml/2006/main"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0" name="文字_160">
            <a:extLst xmlns:a="http://schemas.openxmlformats.org/drawingml/2006/main"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 xmlns:a="http://schemas.openxmlformats.org/drawingml/2006/main"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 xmlns:a="http://schemas.openxmlformats.org/drawingml/2006/main">
              <a:ext uri="{FF2B5EF4-FFF2-40B4-BE49-F238E27FC236}">
                <a16:creationId xmlns:a16="http://schemas.microsoft.com/office/drawing/2014/main" id="{756EAC77-2EB2-4910-8A25-C4FB3478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CCFE4ECB-4A11-4766-9935-50D4EFB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47800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施工扰动与通航能力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动态映射模型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1E75C6D3-9872-4816-84A9-C55BAC7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2057400"/>
            <a:ext cx="187528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表征能力折减幅度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刻画持续与恢复过程</a:t>
            </a:r>
          </a:p>
        </p:txBody>
      </p:sp>
      <p:sp>
        <p:nvSpPr>
          <p:cNvPr id="165" name="需求与到达变化_165">
            <a:extLst xmlns:a="http://schemas.openxmlformats.org/drawingml/2006/main">
              <a:ext uri="{FF2B5EF4-FFF2-40B4-BE49-F238E27FC236}">
                <a16:creationId xmlns:a16="http://schemas.microsoft.com/office/drawing/2014/main" id="{C9D50BE8-669F-4709-8562-181B777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400425"/>
            <a:ext cx="2084832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6" name="文字_166">
            <a:extLst xmlns:a="http://schemas.openxmlformats.org/drawingml/2006/main">
              <a:ext uri="{FF2B5EF4-FFF2-40B4-BE49-F238E27FC236}">
                <a16:creationId xmlns:a16="http://schemas.microsoft.com/office/drawing/2014/main" id="{8F8DECB8-00E8-4AC4-9CCC-E0D16EC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467100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航运需求波动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</a:t>
            </a:r>
          </a:p>
        </p:txBody>
      </p:sp>
      <p:sp>
        <p:nvSpPr>
          <p:cNvPr id="167" name="文字_167">
            <a:extLst xmlns:a="http://schemas.openxmlformats.org/drawingml/2006/main">
              <a:ext uri="{FF2B5EF4-FFF2-40B4-BE49-F238E27FC236}">
                <a16:creationId xmlns:a16="http://schemas.microsoft.com/office/drawing/2014/main" id="{F291ADB7-3899-4D1C-BFD4-46AE2D9C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4076700"/>
            <a:ext cx="187528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刻画需求与到达变化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量化响应幅度与时滞</a:t>
            </a:r>
          </a:p>
        </p:txBody>
      </p:sp>
      <p:sp>
        <p:nvSpPr>
          <p:cNvPr id="168" name="运行与服务响应_168">
            <a:extLst xmlns:a="http://schemas.openxmlformats.org/drawingml/2006/main">
              <a:ext uri="{FF2B5EF4-FFF2-40B4-BE49-F238E27FC236}">
                <a16:creationId xmlns:a16="http://schemas.microsoft.com/office/drawing/2014/main" id="{7200EBED-AAC6-41A7-8AD4-FDD32BB3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943600"/>
            <a:ext cx="2084832" cy="1400175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9" name="文字_169">
            <a:extLst xmlns:a="http://schemas.openxmlformats.org/drawingml/2006/main">
              <a:ext uri="{FF2B5EF4-FFF2-40B4-BE49-F238E27FC236}">
                <a16:creationId xmlns:a16="http://schemas.microsoft.com/office/drawing/2014/main" id="{973C921F-47AE-4F6C-ADB2-E470290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6010275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运输服务波动响应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评估技术</a:t>
            </a:r>
          </a:p>
        </p:txBody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9E8DE2B9-DC35-41A0-82C9-0E76FD6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6619875"/>
            <a:ext cx="187528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评估排队、船期及时效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量化交付可靠性变化</a:t>
            </a:r>
          </a:p>
        </p:txBody>
      </p:sp>
      <p:sp>
        <p:nvSpPr>
          <p:cNvPr id="171" name="组织调整与反馈_171">
            <a:extLst xmlns:a="http://schemas.openxmlformats.org/drawingml/2006/main">
              <a:ext uri="{FF2B5EF4-FFF2-40B4-BE49-F238E27FC236}">
                <a16:creationId xmlns:a16="http://schemas.microsoft.com/office/drawing/2014/main" id="{7D8187CF-F3EF-41FD-A60B-71221F7A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201150"/>
            <a:ext cx="2084832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2" name="文字_172">
            <a:extLst xmlns:a="http://schemas.openxmlformats.org/drawingml/2006/main">
              <a:ext uri="{FF2B5EF4-FFF2-40B4-BE49-F238E27FC236}">
                <a16:creationId xmlns:a16="http://schemas.microsoft.com/office/drawing/2014/main" id="{84A66FA4-49A5-4870-8CCF-422D5ABD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9267825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运输组织调整与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运行反馈模型</a:t>
            </a:r>
          </a:p>
        </p:txBody>
      </p:sp>
      <p:sp>
        <p:nvSpPr>
          <p:cNvPr id="173" name="文字_173">
            <a:extLst xmlns:a="http://schemas.openxmlformats.org/drawingml/2006/main">
              <a:ext uri="{FF2B5EF4-FFF2-40B4-BE49-F238E27FC236}">
                <a16:creationId xmlns:a16="http://schemas.microsoft.com/office/drawing/2014/main" id="{C9A20D98-9F83-451B-89C0-582E392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9877425"/>
            <a:ext cx="1875282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联动航次与发运调整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更新运力与到达过程</a:t>
            </a:r>
          </a:p>
        </p:txBody>
      </p:sp>
      <p:sp>
        <p:nvSpPr>
          <p:cNvPr id="174" name="传播与恢复规律_174">
            <a:extLst xmlns:a="http://schemas.openxmlformats.org/drawingml/2006/main">
              <a:ext uri="{FF2B5EF4-FFF2-40B4-BE49-F238E27FC236}">
                <a16:creationId xmlns:a16="http://schemas.microsoft.com/office/drawing/2014/main" id="{F0C3239A-C942-4B34-B8F0-8F91BF2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2182475"/>
            <a:ext cx="2084832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7B6C0766-C9E5-4164-843B-1C00131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2249150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航运波动传播与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恢复评估技术</a:t>
            </a:r>
          </a:p>
        </p:txBody>
      </p:sp>
      <p:sp>
        <p:nvSpPr>
          <p:cNvPr id="176" name="文字_176">
            <a:extLst xmlns:a="http://schemas.openxmlformats.org/drawingml/2006/main">
              <a:ext uri="{FF2B5EF4-FFF2-40B4-BE49-F238E27FC236}">
                <a16:creationId xmlns:a16="http://schemas.microsoft.com/office/drawing/2014/main" id="{F1A7A855-BDD3-4C00-83F7-83E744BD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2858750"/>
            <a:ext cx="1875282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识别传播放大阈值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评估积压消散与恢复</a:t>
            </a:r>
          </a:p>
        </p:txBody>
      </p:sp>
      <p:sp>
        <p:nvSpPr>
          <p:cNvPr id="177" name="响应模型与参数_177">
            <a:extLst xmlns:a="http://schemas.openxmlformats.org/drawingml/2006/main">
              <a:ext uri="{FF2B5EF4-FFF2-40B4-BE49-F238E27FC236}">
                <a16:creationId xmlns:a16="http://schemas.microsoft.com/office/drawing/2014/main" id="{9AE268B2-8B98-41DE-8672-7949879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592300"/>
            <a:ext cx="2084832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D5E4F0C0-B551-4288-895C-9DB0071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658975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枢纽施工扰动下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79" name="文字_179">
            <a:extLst xmlns:a="http://schemas.openxmlformats.org/drawingml/2006/main">
              <a:ext uri="{FF2B5EF4-FFF2-40B4-BE49-F238E27FC236}">
                <a16:creationId xmlns:a16="http://schemas.microsoft.com/office/drawing/2014/main" id="{9D8DE27D-217C-4E83-A8E2-E5B7AD9D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5268575"/>
            <a:ext cx="1875282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集成能力、需求与组织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提供航运响应模块</a:t>
            </a:r>
          </a:p>
        </p:txBody>
      </p:sp>
      <p:sp>
        <p:nvSpPr>
          <p:cNvPr id="180" name="模型检验结果_180">
            <a:extLst xmlns:a="http://schemas.openxmlformats.org/drawingml/2006/main">
              <a:ext uri="{FF2B5EF4-FFF2-40B4-BE49-F238E27FC236}">
                <a16:creationId xmlns:a16="http://schemas.microsoft.com/office/drawing/2014/main" id="{EDCAA6AC-B931-40F9-B9B3-FF43E1E9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287875"/>
            <a:ext cx="2084832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2AE858A2-997C-4B10-945D-F0107E3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7354550"/>
            <a:ext cx="193243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航运响应模型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校准与验证技术</a:t>
            </a:r>
          </a:p>
        </p:txBody>
      </p:sp>
      <p:sp>
        <p:nvSpPr>
          <p:cNvPr id="182" name="文字_182">
            <a:extLst xmlns:a="http://schemas.openxmlformats.org/drawingml/2006/main">
              <a:ext uri="{FF2B5EF4-FFF2-40B4-BE49-F238E27FC236}">
                <a16:creationId xmlns:a16="http://schemas.microsoft.com/office/drawing/2014/main" id="{045EC5D0-97EF-494A-8CA0-A3B5337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7964150"/>
            <a:ext cx="187528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支持典型事件校准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检验跨情景适用性</a:t>
            </a:r>
          </a:p>
        </p:txBody>
      </p:sp>
      <p:sp>
        <p:nvSpPr>
          <p:cNvPr id="183" name="流程箭头_183">
            <a:extLst xmlns:a="http://schemas.openxmlformats.org/drawingml/2006/main">
              <a:ext uri="{FF2B5EF4-FFF2-40B4-BE49-F238E27FC236}">
                <a16:creationId xmlns:a16="http://schemas.microsoft.com/office/drawing/2014/main" id="{B95E7074-42A6-4125-97C7-0173304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809875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4" name="流程箭头_184">
            <a:extLst xmlns:a="http://schemas.openxmlformats.org/drawingml/2006/main">
              <a:ext uri="{FF2B5EF4-FFF2-40B4-BE49-F238E27FC236}">
                <a16:creationId xmlns:a16="http://schemas.microsoft.com/office/drawing/2014/main" id="{D1ECA523-F42C-413A-A7DD-F22B8DA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810125"/>
            <a:ext cx="152400" cy="962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5" name="流程箭头_185">
            <a:extLst xmlns:a="http://schemas.openxmlformats.org/drawingml/2006/main">
              <a:ext uri="{FF2B5EF4-FFF2-40B4-BE49-F238E27FC236}">
                <a16:creationId xmlns:a16="http://schemas.microsoft.com/office/drawing/2014/main" id="{6667DD3D-772E-4E12-B221-7A61555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7515225"/>
            <a:ext cx="152400" cy="1524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6" name="流程箭头_186">
            <a:extLst xmlns:a="http://schemas.openxmlformats.org/drawingml/2006/main">
              <a:ext uri="{FF2B5EF4-FFF2-40B4-BE49-F238E27FC236}">
                <a16:creationId xmlns:a16="http://schemas.microsoft.com/office/drawing/2014/main" id="{4E74005E-1ED5-4642-AC0B-877A6404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0972800"/>
            <a:ext cx="152400" cy="1038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7" name="流程箭头_187">
            <a:extLst xmlns:a="http://schemas.openxmlformats.org/drawingml/2006/main">
              <a:ext uri="{FF2B5EF4-FFF2-40B4-BE49-F238E27FC236}">
                <a16:creationId xmlns:a16="http://schemas.microsoft.com/office/drawing/2014/main" id="{6F18EE81-3E15-4CED-BBEE-5514103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687425"/>
            <a:ext cx="152400" cy="733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8" name="流程箭头_188">
            <a:extLst xmlns:a="http://schemas.openxmlformats.org/drawingml/2006/main">
              <a:ext uri="{FF2B5EF4-FFF2-40B4-BE49-F238E27FC236}">
                <a16:creationId xmlns:a16="http://schemas.microsoft.com/office/drawing/2014/main" id="{6CD28E67-BFF8-42BE-993C-464C6410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6116300"/>
            <a:ext cx="152400" cy="1000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28031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2026-10-05T05:00:01.5900000Z</dcterms:created>
  <dcterms:modified xsi:type="dcterms:W3CDTF">2026-10-05T05:00:01.5900000Z</dcterms:modified>
</coreProperties>
</file>