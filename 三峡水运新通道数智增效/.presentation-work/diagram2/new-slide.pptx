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9cc89fa2554aa8" /><Relationship Type="http://schemas.openxmlformats.org/officeDocument/2006/relationships/extended-properties" Target="/docProps/app.xml" Id="R147fd2b4cdb445aa" /><Relationship Type="http://schemas.openxmlformats.org/officeDocument/2006/relationships/officeDocument" Target="/ppt/presentation.xml" Id="R320bd5f1d8f2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580f7e3a474484"/>
  </p:sldMasterIdLst>
  <p:notesMasterIdLst>
    <p:notesMasterId xmlns:r="http://schemas.openxmlformats.org/officeDocument/2006/relationships" r:id="Rb1e8904e1aea40d5"/>
  </p:notesMasterIdLst>
  <p:sldIdLst>
    <p:sldId xmlns:r="http://schemas.openxmlformats.org/officeDocument/2006/relationships" id="256" r:id="R7b2a1e9e0996433c"/>
  </p:sldIdLst>
  <p:sldSz cx="12192000" cy="2519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69ef51606472e" /><Relationship Type="http://schemas.openxmlformats.org/officeDocument/2006/relationships/slideMaster" Target="/ppt/slideMasters/slideMaster1.xml" Id="Rbf580f7e3a474484" /><Relationship Type="http://schemas.openxmlformats.org/officeDocument/2006/relationships/notesMaster" Target="/ppt/notesMasters/notesMaster1.xml" Id="Rb1e8904e1aea40d5" /><Relationship Type="http://schemas.openxmlformats.org/officeDocument/2006/relationships/presProps" Target="/ppt/presProps.xml" Id="R98d5ba06dcd6403f" /><Relationship Type="http://schemas.openxmlformats.org/officeDocument/2006/relationships/tableStyles" Target="/ppt/tableStyles.xml" Id="R259226490ef147ae" /><Relationship Type="http://schemas.openxmlformats.org/officeDocument/2006/relationships/slide" Target="/ppt/slides/slide1.xml" Id="R7b2a1e9e099643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9aa8dec0b84d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995b0de234f73" /><Relationship Type="http://schemas.openxmlformats.org/officeDocument/2006/relationships/notesMaster" Target="/ppt/notesMasters/notesMaster1.xml" Id="Re695e591523b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1b27e8ee7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0a169f7334fc2" /><Relationship Type="http://schemas.openxmlformats.org/officeDocument/2006/relationships/slideLayout" Target="/ppt/slideLayouts/slideLayout1.xml" Id="Re8c272f026974c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272f02697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06333ab424e20" /><Relationship Type="http://schemas.openxmlformats.org/officeDocument/2006/relationships/notesSlide" Target="/ppt/notesSlides/notesSlide1.xml" Id="R27b6ee35b31e44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研究基础侧栏_4">
            <a:extLst xmlns:a="http://schemas.openxmlformats.org/drawingml/2006/main"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 xmlns:a="http://schemas.openxmlformats.org/drawingml/2006/main"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476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466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981200"/>
            <a:ext cx="101727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 xmlns:a="http://schemas.openxmlformats.org/drawingml/2006/main"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43375"/>
            <a:ext cx="1188720" cy="3048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229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4743450"/>
            <a:ext cx="101727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 xmlns:a="http://schemas.openxmlformats.org/drawingml/2006/main"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477125"/>
            <a:ext cx="1188720" cy="25717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7562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8077200"/>
            <a:ext cx="101727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 xmlns:a="http://schemas.openxmlformats.org/drawingml/2006/main"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001375"/>
            <a:ext cx="1188720" cy="33813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1087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1601450"/>
            <a:ext cx="10172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859250"/>
            <a:ext cx="1188720" cy="2333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694497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7459325"/>
            <a:ext cx="10172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 xmlns:a="http://schemas.openxmlformats.org/drawingml/2006/main"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64500"/>
            <a:ext cx="1188720" cy="3524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文字_28">
            <a:extLst xmlns:a="http://schemas.openxmlformats.org/drawingml/2006/main"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2085022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21364575"/>
            <a:ext cx="101727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 xmlns:a="http://schemas.openxmlformats.org/drawingml/2006/main"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201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模块标题背景_31">
            <a:extLst xmlns:a="http://schemas.openxmlformats.org/drawingml/2006/main"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模块标题_32">
            <a:extLst xmlns:a="http://schemas.openxmlformats.org/drawingml/2006/main"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 xmlns:a="http://schemas.openxmlformats.org/drawingml/2006/main"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 xmlns:a="http://schemas.openxmlformats.org/drawingml/2006/main"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 xmlns:a="http://schemas.openxmlformats.org/drawingml/2006/main"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 xmlns:a="http://schemas.openxmlformats.org/drawingml/2006/main"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 xmlns:a="http://schemas.openxmlformats.org/drawingml/2006/main"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流程箭头_43">
            <a:extLst xmlns:a="http://schemas.openxmlformats.org/drawingml/2006/main"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文字_44">
            <a:extLst xmlns:a="http://schemas.openxmlformats.org/drawingml/2006/main"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610819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956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容器_46">
            <a:extLst xmlns:a="http://schemas.openxmlformats.org/drawingml/2006/main"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 xmlns:a="http://schemas.openxmlformats.org/drawingml/2006/main"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文字_51">
            <a:extLst xmlns:a="http://schemas.openxmlformats.org/drawingml/2006/main"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 xmlns:a="http://schemas.openxmlformats.org/drawingml/2006/main"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 xmlns:a="http://schemas.openxmlformats.org/drawingml/2006/main"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文字_57">
            <a:extLst xmlns:a="http://schemas.openxmlformats.org/drawingml/2006/main"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 xmlns:a="http://schemas.openxmlformats.org/drawingml/2006/main"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 xmlns:a="http://schemas.openxmlformats.org/drawingml/2006/main"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 xmlns:a="http://schemas.openxmlformats.org/drawingml/2006/main"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 xmlns:a="http://schemas.openxmlformats.org/drawingml/2006/main"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153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1628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供需失配与运输服务联合响应_72">
            <a:extLst xmlns:a="http://schemas.openxmlformats.org/drawingml/2006/main"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410450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3" name="文字_73">
            <a:extLst xmlns:a="http://schemas.openxmlformats.org/drawingml/2006/main"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7496175"/>
            <a:ext cx="597484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7915275"/>
            <a:ext cx="5936742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591550"/>
            <a:ext cx="6108192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4392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6229350"/>
          </a:xfrm>
          <a:prstGeom xmlns:a="http://schemas.openxmlformats.org/drawingml/2006/main" prst="roundRect">
            <a:avLst>
              <a:gd name="adj" fmla="val 1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 xmlns:a="http://schemas.openxmlformats.org/drawingml/2006/main"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0277475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0582275"/>
            <a:ext cx="5936742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文字_85">
            <a:extLst xmlns:a="http://schemas.openxmlformats.org/drawingml/2006/main"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 xmlns:a="http://schemas.openxmlformats.org/drawingml/2006/main"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9" name="容器_89">
            <a:extLst xmlns:a="http://schemas.openxmlformats.org/drawingml/2006/main"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0" name="容器_90">
            <a:extLst xmlns:a="http://schemas.openxmlformats.org/drawingml/2006/main"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 xmlns:a="http://schemas.openxmlformats.org/drawingml/2006/main"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4" name="文字_94">
            <a:extLst xmlns:a="http://schemas.openxmlformats.org/drawingml/2006/main"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 xmlns:a="http://schemas.openxmlformats.org/drawingml/2006/main"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 xmlns:a="http://schemas.openxmlformats.org/drawingml/2006/main"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7" name="文字_97">
            <a:extLst xmlns:a="http://schemas.openxmlformats.org/drawingml/2006/main"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 xmlns:a="http://schemas.openxmlformats.org/drawingml/2006/main"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0" name="文字_100">
            <a:extLst xmlns:a="http://schemas.openxmlformats.org/drawingml/2006/main"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 xmlns:a="http://schemas.openxmlformats.org/drawingml/2006/main"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 xmlns:a="http://schemas.openxmlformats.org/drawingml/2006/main"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3" name="文字_103">
            <a:extLst xmlns:a="http://schemas.openxmlformats.org/drawingml/2006/main"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 xmlns:a="http://schemas.openxmlformats.org/drawingml/2006/main"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 xmlns:a="http://schemas.openxmlformats.org/drawingml/2006/main"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6" name="文字_106">
            <a:extLst xmlns:a="http://schemas.openxmlformats.org/drawingml/2006/main"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 xmlns:a="http://schemas.openxmlformats.org/drawingml/2006/main"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 xmlns:a="http://schemas.openxmlformats.org/drawingml/2006/main"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9" name="文字_109">
            <a:extLst xmlns:a="http://schemas.openxmlformats.org/drawingml/2006/main"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 xmlns:a="http://schemas.openxmlformats.org/drawingml/2006/main"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725400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2" name="连接线_112">
            <a:extLst xmlns:a="http://schemas.openxmlformats.org/drawingml/2006/main"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连接线_113">
            <a:extLst xmlns:a="http://schemas.openxmlformats.org/drawingml/2006/main"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4" name="连接线_114">
            <a:extLst xmlns:a="http://schemas.openxmlformats.org/drawingml/2006/main"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4303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5" name="流程箭头_115">
            <a:extLst xmlns:a="http://schemas.openxmlformats.org/drawingml/2006/main"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4399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6" name="行为反馈更新有效运力、到达流与运输需求_116">
            <a:extLst xmlns:a="http://schemas.openxmlformats.org/drawingml/2006/main"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678025"/>
            <a:ext cx="6108192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763750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5068550"/>
            <a:ext cx="593674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 xmlns:a="http://schemas.openxmlformats.org/drawingml/2006/main"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5335250"/>
            <a:ext cx="610819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 xmlns:a="http://schemas.openxmlformats.org/drawingml/2006/main"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9828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1" name="连接线_121">
            <a:extLst xmlns:a="http://schemas.openxmlformats.org/drawingml/2006/main"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2" name="连接线_122">
            <a:extLst xmlns:a="http://schemas.openxmlformats.org/drawingml/2006/main"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3" name="流程箭头_123">
            <a:extLst xmlns:a="http://schemas.openxmlformats.org/drawingml/2006/main"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9828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5" name="连接线_125">
            <a:extLst xmlns:a="http://schemas.openxmlformats.org/drawingml/2006/main"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6" name="连接线_126">
            <a:extLst xmlns:a="http://schemas.openxmlformats.org/drawingml/2006/main"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7" name="流程箭头_127">
            <a:extLst xmlns:a="http://schemas.openxmlformats.org/drawingml/2006/main"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8" name="容器_128">
            <a:extLst xmlns:a="http://schemas.openxmlformats.org/drawingml/2006/main"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0391775"/>
            <a:ext cx="257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容器_129">
            <a:extLst xmlns:a="http://schemas.openxmlformats.org/drawingml/2006/main"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877550"/>
            <a:ext cx="2667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0" name="文字_130">
            <a:extLst xmlns:a="http://schemas.openxmlformats.org/drawingml/2006/main"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763125"/>
            <a:ext cx="238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191750"/>
            <a:ext cx="238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 xmlns:a="http://schemas.openxmlformats.org/drawingml/2006/main"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33" name="研究模块_133">
            <a:extLst xmlns:a="http://schemas.openxmlformats.org/drawingml/2006/main"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6002000"/>
            <a:ext cx="6473952" cy="7543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4" name="模块标题背景_134">
            <a:extLst xmlns:a="http://schemas.openxmlformats.org/drawingml/2006/main"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60660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5" name="模块标题_135">
            <a:extLst xmlns:a="http://schemas.openxmlformats.org/drawingml/2006/main"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60686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 xmlns:a="http://schemas.openxmlformats.org/drawingml/2006/main"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554450"/>
            <a:ext cx="6108192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7" name="文字_137">
            <a:extLst xmlns:a="http://schemas.openxmlformats.org/drawingml/2006/main"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6640175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 xmlns:a="http://schemas.openxmlformats.org/drawingml/2006/main"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6983075"/>
            <a:ext cx="59367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 xmlns:a="http://schemas.openxmlformats.org/drawingml/2006/main"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383125"/>
            <a:ext cx="1524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融合运行与市场行为反馈的航运动态响应模型_140">
            <a:extLst xmlns:a="http://schemas.openxmlformats.org/drawingml/2006/main"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592675"/>
            <a:ext cx="610819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1" name="文字_141">
            <a:extLst xmlns:a="http://schemas.openxmlformats.org/drawingml/2006/main"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7678400"/>
            <a:ext cx="59748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 xmlns:a="http://schemas.openxmlformats.org/drawingml/2006/main"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049875"/>
            <a:ext cx="593674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 xmlns:a="http://schemas.openxmlformats.org/drawingml/2006/main"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745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4" name="连接线_144">
            <a:extLst xmlns:a="http://schemas.openxmlformats.org/drawingml/2006/main"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8404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5" name="流程箭头_145">
            <a:extLst xmlns:a="http://schemas.openxmlformats.org/drawingml/2006/main"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流程箭头_146">
            <a:extLst xmlns:a="http://schemas.openxmlformats.org/drawingml/2006/main"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典型事件参数校准_147">
            <a:extLst xmlns:a="http://schemas.openxmlformats.org/drawingml/2006/main"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8" name="文字_148">
            <a:extLst xmlns:a="http://schemas.openxmlformats.org/drawingml/2006/main"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 xmlns:a="http://schemas.openxmlformats.org/drawingml/2006/main"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 xmlns:a="http://schemas.openxmlformats.org/drawingml/2006/main"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40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 xmlns:a="http://schemas.openxmlformats.org/drawingml/2006/main"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5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 xmlns:a="http://schemas.openxmlformats.org/drawingml/2006/main"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71675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4" name="连接线_154">
            <a:extLst xmlns:a="http://schemas.openxmlformats.org/drawingml/2006/main"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5" name="流程箭头_155">
            <a:extLst xmlns:a="http://schemas.openxmlformats.org/drawingml/2006/main"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308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6" name="连接线_156">
            <a:extLst xmlns:a="http://schemas.openxmlformats.org/drawingml/2006/main"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7" name="连接线_157">
            <a:extLst xmlns:a="http://schemas.openxmlformats.org/drawingml/2006/main"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8" name="连接线_158">
            <a:extLst xmlns:a="http://schemas.openxmlformats.org/drawingml/2006/main"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9" name="连接线_159">
            <a:extLst xmlns:a="http://schemas.openxmlformats.org/drawingml/2006/main"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0" name="流程箭头_160">
            <a:extLst xmlns:a="http://schemas.openxmlformats.org/drawingml/2006/main"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308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1" name="容器_161">
            <a:extLst xmlns:a="http://schemas.openxmlformats.org/drawingml/2006/main"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888075"/>
            <a:ext cx="257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2" name="容器_162">
            <a:extLst xmlns:a="http://schemas.openxmlformats.org/drawingml/2006/main"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880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 xmlns:a="http://schemas.openxmlformats.org/drawingml/2006/main"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6" name="连接线_166">
            <a:extLst xmlns:a="http://schemas.openxmlformats.org/drawingml/2006/main"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7" name="连接线_167">
            <a:extLst xmlns:a="http://schemas.openxmlformats.org/drawingml/2006/main"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6597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8" name="流程箭头_168">
            <a:extLst xmlns:a="http://schemas.openxmlformats.org/drawingml/2006/main"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6692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9" name="多情景传播与恢复推演_169">
            <a:extLst xmlns:a="http://schemas.openxmlformats.org/drawingml/2006/main"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0907375"/>
            <a:ext cx="6108192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0993100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 xmlns:a="http://schemas.openxmlformats.org/drawingml/2006/main"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1336000"/>
            <a:ext cx="593674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 xmlns:a="http://schemas.openxmlformats.org/drawingml/2006/main"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027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73" name="供需失配与放大阈值_173">
            <a:extLst xmlns:a="http://schemas.openxmlformats.org/drawingml/2006/main"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4" name="文字_174">
            <a:extLst xmlns:a="http://schemas.openxmlformats.org/drawingml/2006/main"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 xmlns:a="http://schemas.openxmlformats.org/drawingml/2006/main"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7" name="文字_177">
            <a:extLst xmlns:a="http://schemas.openxmlformats.org/drawingml/2006/main"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 xmlns:a="http://schemas.openxmlformats.org/drawingml/2006/main"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0" name="文字_180">
            <a:extLst xmlns:a="http://schemas.openxmlformats.org/drawingml/2006/main"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 xmlns:a="http://schemas.openxmlformats.org/drawingml/2006/main"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3336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3" name="文字_183">
            <a:extLst xmlns:a="http://schemas.openxmlformats.org/drawingml/2006/main"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46685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 xmlns:a="http://schemas.openxmlformats.org/drawingml/2006/main"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952625"/>
            <a:ext cx="1913382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 xmlns:a="http://schemas.openxmlformats.org/drawingml/2006/main"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143375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6" name="文字_186">
            <a:extLst xmlns:a="http://schemas.openxmlformats.org/drawingml/2006/main"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422910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 xmlns:a="http://schemas.openxmlformats.org/drawingml/2006/main"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4714875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 xmlns:a="http://schemas.openxmlformats.org/drawingml/2006/main"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0675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9" name="文字_189">
            <a:extLst xmlns:a="http://schemas.openxmlformats.org/drawingml/2006/main"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71532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 xmlns:a="http://schemas.openxmlformats.org/drawingml/2006/main"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76390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 xmlns:a="http://schemas.openxmlformats.org/drawingml/2006/main"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42887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2" name="文字_192">
            <a:extLst xmlns:a="http://schemas.openxmlformats.org/drawingml/2006/main"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0944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 xmlns:a="http://schemas.openxmlformats.org/drawingml/2006/main"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1430000"/>
            <a:ext cx="1913382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 xmlns:a="http://schemas.openxmlformats.org/drawingml/2006/main"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906500"/>
            <a:ext cx="208483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5" name="文字_195">
            <a:extLst xmlns:a="http://schemas.openxmlformats.org/drawingml/2006/main"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3992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 xmlns:a="http://schemas.openxmlformats.org/drawingml/2006/main"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4478000"/>
            <a:ext cx="191338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 xmlns:a="http://schemas.openxmlformats.org/drawingml/2006/main"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8117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8" name="文字_198">
            <a:extLst xmlns:a="http://schemas.openxmlformats.org/drawingml/2006/main"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78974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 xmlns:a="http://schemas.openxmlformats.org/drawingml/2006/main"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83832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 xmlns:a="http://schemas.openxmlformats.org/drawingml/2006/main"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9550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1" name="文字_201">
            <a:extLst xmlns:a="http://schemas.openxmlformats.org/drawingml/2006/main"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210407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 xmlns:a="http://schemas.openxmlformats.org/drawingml/2006/main"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21526500"/>
            <a:ext cx="1913382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 xmlns:a="http://schemas.openxmlformats.org/drawingml/2006/main"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781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4" name="流程箭头_204">
            <a:extLst xmlns:a="http://schemas.openxmlformats.org/drawingml/2006/main"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534150"/>
            <a:ext cx="1524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5" name="流程箭头_205">
            <a:extLst xmlns:a="http://schemas.openxmlformats.org/drawingml/2006/main"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372600"/>
            <a:ext cx="152400" cy="1238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6" name="流程箭头_206">
            <a:extLst xmlns:a="http://schemas.openxmlformats.org/drawingml/2006/main"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40167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7" name="流程箭头_207">
            <a:extLst xmlns:a="http://schemas.openxmlformats.org/drawingml/2006/main"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659100"/>
            <a:ext cx="152400" cy="1914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8" name="流程箭头_208">
            <a:extLst xmlns:a="http://schemas.openxmlformats.org/drawingml/2006/main"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126325"/>
            <a:ext cx="152400" cy="581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9" name="集成支撑_209">
            <a:extLst xmlns:a="http://schemas.openxmlformats.org/drawingml/2006/main"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3374350"/>
            <a:ext cx="2084832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0" name="文字_210">
            <a:extLst xmlns:a="http://schemas.openxmlformats.org/drawingml/2006/main"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460075"/>
            <a:ext cx="1933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 xmlns:a="http://schemas.openxmlformats.org/drawingml/2006/main"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622000"/>
            <a:ext cx="647395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 xmlns:a="http://schemas.openxmlformats.org/drawingml/2006/main"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64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2026-10-05T04:03:54.0100000Z</dcterms:created>
  <dcterms:modified xsi:type="dcterms:W3CDTF">2026-10-05T04:03:54.0100000Z</dcterms:modified>
</coreProperties>
</file>