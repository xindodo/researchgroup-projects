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e74970babb4844" /><Relationship Type="http://schemas.openxmlformats.org/officeDocument/2006/relationships/extended-properties" Target="/docProps/app.xml" Id="R99a42da3690a4d59" /><Relationship Type="http://schemas.openxmlformats.org/officeDocument/2006/relationships/officeDocument" Target="/ppt/presentation.xml" Id="Rbc0103b1523b44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280f7276ca41f7"/>
  </p:sldMasterIdLst>
  <p:notesMasterIdLst>
    <p:notesMasterId xmlns:r="http://schemas.openxmlformats.org/officeDocument/2006/relationships" r:id="R59e6092cb31a4937"/>
  </p:notesMasterIdLst>
  <p:sldIdLst>
    <p:sldId xmlns:r="http://schemas.openxmlformats.org/officeDocument/2006/relationships" id="256" r:id="R1f59a93faae1495a"/>
  </p:sldIdLst>
  <p:sldSz cx="12192000" cy="2519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a13e5bf1964521" /><Relationship Type="http://schemas.openxmlformats.org/officeDocument/2006/relationships/slideMaster" Target="/ppt/slideMasters/slideMaster1.xml" Id="R92280f7276ca41f7" /><Relationship Type="http://schemas.openxmlformats.org/officeDocument/2006/relationships/notesMaster" Target="/ppt/notesMasters/notesMaster1.xml" Id="R59e6092cb31a4937" /><Relationship Type="http://schemas.openxmlformats.org/officeDocument/2006/relationships/presProps" Target="/ppt/presProps.xml" Id="Rc62c5c43ecf849b2" /><Relationship Type="http://schemas.openxmlformats.org/officeDocument/2006/relationships/tableStyles" Target="/ppt/tableStyles.xml" Id="Re6c8fe84c3eb4980" /><Relationship Type="http://schemas.openxmlformats.org/officeDocument/2006/relationships/slide" Target="/ppt/slides/slide1.xml" Id="R1f59a93faae149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bed3e3719f46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6d7faa807a413d" /><Relationship Type="http://schemas.openxmlformats.org/officeDocument/2006/relationships/notesMaster" Target="/ppt/notesMasters/notesMaster1.xml" Id="R52c0ff80e46347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a8deb1b71642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faf6363201487a" /><Relationship Type="http://schemas.openxmlformats.org/officeDocument/2006/relationships/slideLayout" Target="/ppt/slideLayouts/slideLayout1.xml" Id="R3ec19ffce6e74c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c19ffce6e74c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b347c01614153" /><Relationship Type="http://schemas.openxmlformats.org/officeDocument/2006/relationships/notesSlide" Target="/ppt/notesSlides/notesSlide1.xml" Id="Rc4ea4b9b48f641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核心成果_1">
            <a:extLst xmlns:a="http://schemas.openxmlformats.org/drawingml/2006/main">
              <a:ext uri="{FF2B5EF4-FFF2-40B4-BE49-F238E27FC236}">
                <a16:creationId xmlns:a16="http://schemas.microsoft.com/office/drawing/2014/main" id="{3783E2D8-1E1D-47CA-9FF8-8A79EDC6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238500"/>
            <a:ext cx="2084832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" name="成果文字_2">
            <a:extLst xmlns:a="http://schemas.openxmlformats.org/drawingml/2006/main">
              <a:ext uri="{FF2B5EF4-FFF2-40B4-BE49-F238E27FC236}">
                <a16:creationId xmlns:a16="http://schemas.microsoft.com/office/drawing/2014/main" id="{48C9F03C-1808-4C3A-9488-5ACD488F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3305175"/>
            <a:ext cx="193243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航运能力与需求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耦合响应模型</a:t>
            </a:r>
          </a:p>
        </p:txBody>
      </p:sp>
      <p:sp>
        <p:nvSpPr>
          <p:cNvPr id="3" name="成果文字_3">
            <a:extLst xmlns:a="http://schemas.openxmlformats.org/drawingml/2006/main">
              <a:ext uri="{FF2B5EF4-FFF2-40B4-BE49-F238E27FC236}">
                <a16:creationId xmlns:a16="http://schemas.microsoft.com/office/drawing/2014/main" id="{F8FCBF3B-78E4-432E-B28C-A219AD8D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3876675"/>
            <a:ext cx="1875282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耦合通航能力与需求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刻画排队与服务变化</a:t>
            </a:r>
          </a:p>
        </p:txBody>
      </p:sp>
      <p:sp>
        <p:nvSpPr>
          <p:cNvPr id="4" name="核心成果_4">
            <a:extLst xmlns:a="http://schemas.openxmlformats.org/drawingml/2006/main">
              <a:ext uri="{FF2B5EF4-FFF2-40B4-BE49-F238E27FC236}">
                <a16:creationId xmlns:a16="http://schemas.microsoft.com/office/drawing/2014/main" id="{78C430A2-25A0-416F-B47B-4C4AC4AF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8858250"/>
            <a:ext cx="2084832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成果文字_5">
            <a:extLst xmlns:a="http://schemas.openxmlformats.org/drawingml/2006/main">
              <a:ext uri="{FF2B5EF4-FFF2-40B4-BE49-F238E27FC236}">
                <a16:creationId xmlns:a16="http://schemas.microsoft.com/office/drawing/2014/main" id="{2C3827DE-3FC2-48D7-B6C5-E16CBCAB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8924925"/>
            <a:ext cx="193243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运输组织调整与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运行反馈模型</a:t>
            </a:r>
          </a:p>
        </p:txBody>
      </p:sp>
      <p:sp>
        <p:nvSpPr>
          <p:cNvPr id="6" name="成果文字_6">
            <a:extLst xmlns:a="http://schemas.openxmlformats.org/drawingml/2006/main">
              <a:ext uri="{FF2B5EF4-FFF2-40B4-BE49-F238E27FC236}">
                <a16:creationId xmlns:a16="http://schemas.microsoft.com/office/drawing/2014/main" id="{20B9B707-AD53-410A-B2B5-C8B7BFB9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9496425"/>
            <a:ext cx="1875282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刻画航次与发运调整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反馈运力与到达变化</a:t>
            </a:r>
          </a:p>
        </p:txBody>
      </p:sp>
      <p:sp>
        <p:nvSpPr>
          <p:cNvPr id="7" name="核心成果_7">
            <a:extLst xmlns:a="http://schemas.openxmlformats.org/drawingml/2006/main">
              <a:ext uri="{FF2B5EF4-FFF2-40B4-BE49-F238E27FC236}">
                <a16:creationId xmlns:a16="http://schemas.microsoft.com/office/drawing/2014/main" id="{A983E9E4-5EDD-4B8B-B031-CD801210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4097000"/>
            <a:ext cx="2084832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成果文字_8">
            <a:extLst xmlns:a="http://schemas.openxmlformats.org/drawingml/2006/main">
              <a:ext uri="{FF2B5EF4-FFF2-40B4-BE49-F238E27FC236}">
                <a16:creationId xmlns:a16="http://schemas.microsoft.com/office/drawing/2014/main" id="{DF01AA62-7073-428F-B1A5-F68010F5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4163675"/>
            <a:ext cx="193243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航运波动传播与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动态推演技术</a:t>
            </a:r>
          </a:p>
        </p:txBody>
      </p:sp>
      <p:sp>
        <p:nvSpPr>
          <p:cNvPr id="9" name="成果文字_9">
            <a:extLst xmlns:a="http://schemas.openxmlformats.org/drawingml/2006/main">
              <a:ext uri="{FF2B5EF4-FFF2-40B4-BE49-F238E27FC236}">
                <a16:creationId xmlns:a16="http://schemas.microsoft.com/office/drawing/2014/main" id="{409BC3CC-D6F4-4703-9DF7-CD938C43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4735175"/>
            <a:ext cx="1875282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集成航运动态响应模型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推演波动传播与恢复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完成模型校准与验证</a:t>
            </a:r>
          </a:p>
        </p:txBody>
      </p:sp>
    </p:spTree>
    <p:extLst>
      <p:ext uri="{BB962C8B-B14F-4D97-AF65-F5344CB8AC3E}">
        <p14:creationId xmlns:p14="http://schemas.microsoft.com/office/powerpoint/2010/main" val="1804325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2026-10-05T05:07:07.4990000Z</dcterms:created>
  <dcterms:modified xsi:type="dcterms:W3CDTF">2026-10-05T05:07:07.4990000Z</dcterms:modified>
</coreProperties>
</file>