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62" r:id="rId6"/>
    <p:sldMasterId id="2147483664" r:id="rId7"/>
    <p:sldMasterId id="2147483666" r:id="rId8"/>
  </p:sldMasterIdLst>
  <p:notesMasterIdLst>
    <p:notesMasterId r:id="rId12"/>
  </p:notesMasterIdLst>
  <p:sldIdLst>
    <p:sldId id="257" r:id="rId9"/>
    <p:sldId id="258" r:id="rId10"/>
    <p:sldId id="259" r:id="rId11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098" y="-427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Master" Target="slideMasters/slideMaster5.xml" /><Relationship Id="rId13" Type="http://schemas.openxmlformats.org/officeDocument/2006/relationships/presProps" Target="presProps.xml" /><Relationship Id="rId3" Type="http://schemas.openxmlformats.org/officeDocument/2006/relationships/customXml" Target="customXml/item3.xml" /><Relationship Id="rId7" Type="http://schemas.openxmlformats.org/officeDocument/2006/relationships/slideMaster" Target="slideMasters/slideMaster4.xml" /><Relationship Id="rId12" Type="http://schemas.openxmlformats.org/officeDocument/2006/relationships/notesMaster" Target="notesMasters/notesMaster1.xml" /><Relationship Id="rId2" Type="http://schemas.openxmlformats.org/officeDocument/2006/relationships/customXml" Target="customXml/item2.xml" /><Relationship Id="rId16" Type="http://schemas.openxmlformats.org/officeDocument/2006/relationships/tableStyles" Target="tableStyles.xml" /><Relationship Id="rId1" Type="http://schemas.openxmlformats.org/officeDocument/2006/relationships/customXml" Target="customXml/item1.xml" /><Relationship Id="rId6" Type="http://schemas.openxmlformats.org/officeDocument/2006/relationships/slideMaster" Target="slideMasters/slideMaster3.xml" /><Relationship Id="rId11" Type="http://schemas.openxmlformats.org/officeDocument/2006/relationships/slide" Target="slides/slide3.xml" /><Relationship Id="rId5" Type="http://schemas.openxmlformats.org/officeDocument/2006/relationships/slideMaster" Target="slideMasters/slideMaster2.xml" /><Relationship Id="rId15" Type="http://schemas.openxmlformats.org/officeDocument/2006/relationships/theme" Target="theme/theme1.xml" /><Relationship Id="rId10" Type="http://schemas.openxmlformats.org/officeDocument/2006/relationships/slide" Target="slides/slide2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1.xml" /><Relationship Id="rId14" Type="http://schemas.openxmlformats.org/officeDocument/2006/relationships/viewProps" Target="viewProps.xml" /></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ppt/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总标题_1">
            <a:extLst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研究基础侧栏_4">
            <a:extLst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noGrp="1"/>
          </p:cNvSpPr>
          <p:nvPr/>
        </p:nvSpPr>
        <p:spPr>
          <a:xfrm>
            <a:off x="32918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noGrp="1"/>
          </p:cNvSpPr>
          <p:nvPr/>
        </p:nvSpPr>
        <p:spPr>
          <a:xfrm>
            <a:off x="919886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noGrp="1"/>
          </p:cNvSpPr>
          <p:nvPr/>
        </p:nvSpPr>
        <p:spPr>
          <a:xfrm>
            <a:off x="32918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noGrp="1"/>
          </p:cNvSpPr>
          <p:nvPr/>
        </p:nvSpPr>
        <p:spPr>
          <a:xfrm>
            <a:off x="919886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noGrp="1"/>
          </p:cNvSpPr>
          <p:nvPr/>
        </p:nvSpPr>
        <p:spPr>
          <a:xfrm>
            <a:off x="32918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noGrp="1"/>
          </p:cNvSpPr>
          <p:nvPr/>
        </p:nvSpPr>
        <p:spPr>
          <a:xfrm>
            <a:off x="919886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24765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noGrp="1"/>
          </p:cNvSpPr>
          <p:nvPr/>
        </p:nvSpPr>
        <p:spPr>
          <a:xfrm>
            <a:off x="962787" y="1466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noGrp="1"/>
          </p:cNvSpPr>
          <p:nvPr/>
        </p:nvSpPr>
        <p:spPr>
          <a:xfrm>
            <a:off x="981837" y="1981200"/>
            <a:ext cx="101727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noGrp="1"/>
          </p:cNvSpPr>
          <p:nvPr/>
        </p:nvSpPr>
        <p:spPr>
          <a:xfrm>
            <a:off x="896112" y="4143375"/>
            <a:ext cx="1188720" cy="30480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noGrp="1"/>
          </p:cNvSpPr>
          <p:nvPr/>
        </p:nvSpPr>
        <p:spPr>
          <a:xfrm>
            <a:off x="962787" y="4229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noGrp="1"/>
          </p:cNvSpPr>
          <p:nvPr/>
        </p:nvSpPr>
        <p:spPr>
          <a:xfrm>
            <a:off x="981837" y="4743450"/>
            <a:ext cx="1017270" cy="236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noGrp="1"/>
          </p:cNvSpPr>
          <p:nvPr/>
        </p:nvSpPr>
        <p:spPr>
          <a:xfrm>
            <a:off x="896112" y="7477125"/>
            <a:ext cx="1188720" cy="25717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noGrp="1"/>
          </p:cNvSpPr>
          <p:nvPr/>
        </p:nvSpPr>
        <p:spPr>
          <a:xfrm>
            <a:off x="962787" y="7562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noGrp="1"/>
          </p:cNvSpPr>
          <p:nvPr/>
        </p:nvSpPr>
        <p:spPr>
          <a:xfrm>
            <a:off x="981837" y="8077200"/>
            <a:ext cx="1017270" cy="1885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noGrp="1"/>
          </p:cNvSpPr>
          <p:nvPr/>
        </p:nvSpPr>
        <p:spPr>
          <a:xfrm>
            <a:off x="896112" y="11001375"/>
            <a:ext cx="1188720" cy="338137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noGrp="1"/>
          </p:cNvSpPr>
          <p:nvPr/>
        </p:nvSpPr>
        <p:spPr>
          <a:xfrm>
            <a:off x="962787" y="11087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noGrp="1"/>
          </p:cNvSpPr>
          <p:nvPr/>
        </p:nvSpPr>
        <p:spPr>
          <a:xfrm>
            <a:off x="981837" y="11601450"/>
            <a:ext cx="1017270" cy="2695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noGrp="1"/>
          </p:cNvSpPr>
          <p:nvPr/>
        </p:nvSpPr>
        <p:spPr>
          <a:xfrm>
            <a:off x="896112" y="16859250"/>
            <a:ext cx="1188720" cy="2333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noGrp="1"/>
          </p:cNvSpPr>
          <p:nvPr/>
        </p:nvSpPr>
        <p:spPr>
          <a:xfrm>
            <a:off x="962787" y="1694497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noGrp="1"/>
          </p:cNvSpPr>
          <p:nvPr/>
        </p:nvSpPr>
        <p:spPr>
          <a:xfrm>
            <a:off x="981837" y="17459325"/>
            <a:ext cx="101727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noGrp="1"/>
          </p:cNvSpPr>
          <p:nvPr/>
        </p:nvSpPr>
        <p:spPr>
          <a:xfrm>
            <a:off x="896112" y="20764500"/>
            <a:ext cx="1188720" cy="35242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文字_28">
            <a:extLst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noGrp="1"/>
          </p:cNvSpPr>
          <p:nvPr/>
        </p:nvSpPr>
        <p:spPr>
          <a:xfrm>
            <a:off x="962787" y="2085022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noGrp="1"/>
          </p:cNvSpPr>
          <p:nvPr/>
        </p:nvSpPr>
        <p:spPr>
          <a:xfrm>
            <a:off x="981837" y="21364575"/>
            <a:ext cx="1017270" cy="2838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86201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模块标题背景_31">
            <a:extLst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模块标题_32">
            <a:extLst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noGrp="1"/>
          </p:cNvSpPr>
          <p:nvPr/>
        </p:nvSpPr>
        <p:spPr>
          <a:xfrm>
            <a:off x="2645283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noGrp="1"/>
          </p:cNvSpPr>
          <p:nvPr/>
        </p:nvSpPr>
        <p:spPr>
          <a:xfrm>
            <a:off x="2664333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noGrp="1"/>
          </p:cNvSpPr>
          <p:nvPr/>
        </p:nvSpPr>
        <p:spPr>
          <a:xfrm>
            <a:off x="4791075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noGrp="1"/>
          </p:cNvSpPr>
          <p:nvPr/>
        </p:nvSpPr>
        <p:spPr>
          <a:xfrm>
            <a:off x="4810125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0" name="文字_40">
            <a:extLst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noGrp="1"/>
          </p:cNvSpPr>
          <p:nvPr/>
        </p:nvSpPr>
        <p:spPr>
          <a:xfrm>
            <a:off x="6936867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noGrp="1"/>
          </p:cNvSpPr>
          <p:nvPr/>
        </p:nvSpPr>
        <p:spPr>
          <a:xfrm>
            <a:off x="6955917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noGrp="1"/>
          </p:cNvSpPr>
          <p:nvPr/>
        </p:nvSpPr>
        <p:spPr>
          <a:xfrm>
            <a:off x="4431792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流程箭头_43">
            <a:extLst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noGrp="1"/>
          </p:cNvSpPr>
          <p:nvPr/>
        </p:nvSpPr>
        <p:spPr>
          <a:xfrm>
            <a:off x="6577584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文字_44">
            <a:extLst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noGrp="1"/>
          </p:cNvSpPr>
          <p:nvPr/>
        </p:nvSpPr>
        <p:spPr>
          <a:xfrm>
            <a:off x="2578608" y="3124200"/>
            <a:ext cx="610819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noGrp="1"/>
          </p:cNvSpPr>
          <p:nvPr/>
        </p:nvSpPr>
        <p:spPr>
          <a:xfrm>
            <a:off x="5562600" y="34956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容器_46">
            <a:extLst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noGrp="1"/>
          </p:cNvSpPr>
          <p:nvPr/>
        </p:nvSpPr>
        <p:spPr>
          <a:xfrm>
            <a:off x="257860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noGrp="1"/>
          </p:cNvSpPr>
          <p:nvPr/>
        </p:nvSpPr>
        <p:spPr>
          <a:xfrm>
            <a:off x="582472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文字_48">
            <a:extLst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noGrp="1"/>
          </p:cNvSpPr>
          <p:nvPr/>
        </p:nvSpPr>
        <p:spPr>
          <a:xfrm>
            <a:off x="2667000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noGrp="1"/>
          </p:cNvSpPr>
          <p:nvPr/>
        </p:nvSpPr>
        <p:spPr>
          <a:xfrm>
            <a:off x="5915025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noGrp="1"/>
          </p:cNvSpPr>
          <p:nvPr/>
        </p:nvSpPr>
        <p:spPr>
          <a:xfrm>
            <a:off x="2667000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1" name="文字_51">
            <a:extLst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noGrp="1"/>
          </p:cNvSpPr>
          <p:nvPr/>
        </p:nvSpPr>
        <p:spPr>
          <a:xfrm>
            <a:off x="2733675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noGrp="1"/>
          </p:cNvSpPr>
          <p:nvPr/>
        </p:nvSpPr>
        <p:spPr>
          <a:xfrm>
            <a:off x="2752725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noGrp="1"/>
          </p:cNvSpPr>
          <p:nvPr/>
        </p:nvSpPr>
        <p:spPr>
          <a:xfrm>
            <a:off x="2667000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4" name="文字_54">
            <a:extLst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noGrp="1"/>
          </p:cNvSpPr>
          <p:nvPr/>
        </p:nvSpPr>
        <p:spPr>
          <a:xfrm>
            <a:off x="2733675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noGrp="1"/>
          </p:cNvSpPr>
          <p:nvPr/>
        </p:nvSpPr>
        <p:spPr>
          <a:xfrm>
            <a:off x="2752725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noGrp="1"/>
          </p:cNvSpPr>
          <p:nvPr/>
        </p:nvSpPr>
        <p:spPr>
          <a:xfrm>
            <a:off x="2667000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7" name="文字_57">
            <a:extLst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noGrp="1"/>
          </p:cNvSpPr>
          <p:nvPr/>
        </p:nvSpPr>
        <p:spPr>
          <a:xfrm>
            <a:off x="2733675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noGrp="1"/>
          </p:cNvSpPr>
          <p:nvPr/>
        </p:nvSpPr>
        <p:spPr>
          <a:xfrm>
            <a:off x="2752725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noGrp="1"/>
          </p:cNvSpPr>
          <p:nvPr/>
        </p:nvSpPr>
        <p:spPr>
          <a:xfrm>
            <a:off x="5915025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文字_60">
            <a:extLst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noGrp="1"/>
          </p:cNvSpPr>
          <p:nvPr/>
        </p:nvSpPr>
        <p:spPr>
          <a:xfrm>
            <a:off x="5981700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noGrp="1"/>
          </p:cNvSpPr>
          <p:nvPr/>
        </p:nvSpPr>
        <p:spPr>
          <a:xfrm>
            <a:off x="6000750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noGrp="1"/>
          </p:cNvSpPr>
          <p:nvPr/>
        </p:nvSpPr>
        <p:spPr>
          <a:xfrm>
            <a:off x="5915025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3" name="文字_63">
            <a:extLst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noGrp="1"/>
          </p:cNvSpPr>
          <p:nvPr/>
        </p:nvSpPr>
        <p:spPr>
          <a:xfrm>
            <a:off x="5981700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noGrp="1"/>
          </p:cNvSpPr>
          <p:nvPr/>
        </p:nvSpPr>
        <p:spPr>
          <a:xfrm>
            <a:off x="6000750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noGrp="1"/>
          </p:cNvSpPr>
          <p:nvPr/>
        </p:nvSpPr>
        <p:spPr>
          <a:xfrm>
            <a:off x="5915025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6" name="文字_66">
            <a:extLst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noGrp="1"/>
          </p:cNvSpPr>
          <p:nvPr/>
        </p:nvSpPr>
        <p:spPr>
          <a:xfrm>
            <a:off x="5981700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noGrp="1"/>
          </p:cNvSpPr>
          <p:nvPr/>
        </p:nvSpPr>
        <p:spPr>
          <a:xfrm>
            <a:off x="6000750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noGrp="1"/>
          </p:cNvSpPr>
          <p:nvPr/>
        </p:nvSpPr>
        <p:spPr>
          <a:xfrm>
            <a:off x="4010025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noGrp="1"/>
          </p:cNvSpPr>
          <p:nvPr/>
        </p:nvSpPr>
        <p:spPr>
          <a:xfrm>
            <a:off x="7258050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noGrp="1"/>
          </p:cNvSpPr>
          <p:nvPr/>
        </p:nvSpPr>
        <p:spPr>
          <a:xfrm>
            <a:off x="4010025" y="7153275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流程箭头_71">
            <a:extLst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noGrp="1"/>
          </p:cNvSpPr>
          <p:nvPr/>
        </p:nvSpPr>
        <p:spPr>
          <a:xfrm>
            <a:off x="5562600" y="7162800"/>
            <a:ext cx="152400" cy="200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供需失配与运输服务联合响应_72">
            <a:extLst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noGrp="1"/>
          </p:cNvSpPr>
          <p:nvPr/>
        </p:nvSpPr>
        <p:spPr>
          <a:xfrm>
            <a:off x="2578608" y="7410450"/>
            <a:ext cx="6108192" cy="1114425"/>
          </a:xfrm>
          <a:prstGeom prst="roundRect">
            <a:avLst>
              <a:gd name="adj" fmla="val 8547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3" name="文字_73">
            <a:extLst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noGrp="1"/>
          </p:cNvSpPr>
          <p:nvPr/>
        </p:nvSpPr>
        <p:spPr>
          <a:xfrm>
            <a:off x="2645283" y="7496175"/>
            <a:ext cx="597484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noGrp="1"/>
          </p:cNvSpPr>
          <p:nvPr/>
        </p:nvSpPr>
        <p:spPr>
          <a:xfrm>
            <a:off x="2664333" y="7915275"/>
            <a:ext cx="5936742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noGrp="1"/>
          </p:cNvSpPr>
          <p:nvPr/>
        </p:nvSpPr>
        <p:spPr>
          <a:xfrm>
            <a:off x="2578608" y="8591550"/>
            <a:ext cx="610819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noGrp="1"/>
          </p:cNvSpPr>
          <p:nvPr/>
        </p:nvSpPr>
        <p:spPr>
          <a:xfrm>
            <a:off x="5562600" y="94392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noGrp="1"/>
          </p:cNvSpPr>
          <p:nvPr/>
        </p:nvSpPr>
        <p:spPr>
          <a:xfrm>
            <a:off x="2395728" y="9639300"/>
            <a:ext cx="6473952" cy="622935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noGrp="1"/>
          </p:cNvSpPr>
          <p:nvPr/>
        </p:nvSpPr>
        <p:spPr>
          <a:xfrm>
            <a:off x="2459736" y="97033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noGrp="1"/>
          </p:cNvSpPr>
          <p:nvPr/>
        </p:nvSpPr>
        <p:spPr>
          <a:xfrm>
            <a:off x="2638425" y="97059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noGrp="1"/>
          </p:cNvSpPr>
          <p:nvPr/>
        </p:nvSpPr>
        <p:spPr>
          <a:xfrm>
            <a:off x="2578608" y="10191750"/>
            <a:ext cx="6108192" cy="571500"/>
          </a:xfrm>
          <a:prstGeom prst="roundRect">
            <a:avLst>
              <a:gd name="adj" fmla="val 16667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noGrp="1"/>
          </p:cNvSpPr>
          <p:nvPr/>
        </p:nvSpPr>
        <p:spPr>
          <a:xfrm>
            <a:off x="2645283" y="10277475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noGrp="1"/>
          </p:cNvSpPr>
          <p:nvPr/>
        </p:nvSpPr>
        <p:spPr>
          <a:xfrm>
            <a:off x="2664333" y="10582275"/>
            <a:ext cx="5936742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noGrp="1"/>
          </p:cNvSpPr>
          <p:nvPr/>
        </p:nvSpPr>
        <p:spPr>
          <a:xfrm>
            <a:off x="4010025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noGrp="1"/>
          </p:cNvSpPr>
          <p:nvPr/>
        </p:nvSpPr>
        <p:spPr>
          <a:xfrm>
            <a:off x="7258050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文字_85">
            <a:extLst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noGrp="1"/>
          </p:cNvSpPr>
          <p:nvPr/>
        </p:nvSpPr>
        <p:spPr>
          <a:xfrm>
            <a:off x="2733675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noGrp="1"/>
          </p:cNvSpPr>
          <p:nvPr/>
        </p:nvSpPr>
        <p:spPr>
          <a:xfrm>
            <a:off x="5981700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noGrp="1"/>
          </p:cNvSpPr>
          <p:nvPr/>
        </p:nvSpPr>
        <p:spPr>
          <a:xfrm>
            <a:off x="3933825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8" name="流程箭头_88">
            <a:extLst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noGrp="1"/>
          </p:cNvSpPr>
          <p:nvPr/>
        </p:nvSpPr>
        <p:spPr>
          <a:xfrm>
            <a:off x="7181850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9" name="容器_89">
            <a:extLst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noGrp="1"/>
          </p:cNvSpPr>
          <p:nvPr/>
        </p:nvSpPr>
        <p:spPr>
          <a:xfrm>
            <a:off x="257860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0" name="容器_90">
            <a:extLst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noGrp="1"/>
          </p:cNvSpPr>
          <p:nvPr/>
        </p:nvSpPr>
        <p:spPr>
          <a:xfrm>
            <a:off x="582472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noGrp="1"/>
          </p:cNvSpPr>
          <p:nvPr/>
        </p:nvSpPr>
        <p:spPr>
          <a:xfrm>
            <a:off x="2676525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noGrp="1"/>
          </p:cNvSpPr>
          <p:nvPr/>
        </p:nvSpPr>
        <p:spPr>
          <a:xfrm>
            <a:off x="5924550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noGrp="1"/>
          </p:cNvSpPr>
          <p:nvPr/>
        </p:nvSpPr>
        <p:spPr>
          <a:xfrm>
            <a:off x="2667000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4" name="文字_94">
            <a:extLst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noGrp="1"/>
          </p:cNvSpPr>
          <p:nvPr/>
        </p:nvSpPr>
        <p:spPr>
          <a:xfrm>
            <a:off x="2733675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noGrp="1"/>
          </p:cNvSpPr>
          <p:nvPr/>
        </p:nvSpPr>
        <p:spPr>
          <a:xfrm>
            <a:off x="2752725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noGrp="1"/>
          </p:cNvSpPr>
          <p:nvPr/>
        </p:nvSpPr>
        <p:spPr>
          <a:xfrm>
            <a:off x="2667000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7" name="文字_97">
            <a:extLst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noGrp="1"/>
          </p:cNvSpPr>
          <p:nvPr/>
        </p:nvSpPr>
        <p:spPr>
          <a:xfrm>
            <a:off x="2733675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noGrp="1"/>
          </p:cNvSpPr>
          <p:nvPr/>
        </p:nvSpPr>
        <p:spPr>
          <a:xfrm>
            <a:off x="2752725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noGrp="1"/>
          </p:cNvSpPr>
          <p:nvPr/>
        </p:nvSpPr>
        <p:spPr>
          <a:xfrm>
            <a:off x="2667000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0" name="文字_100">
            <a:extLst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noGrp="1"/>
          </p:cNvSpPr>
          <p:nvPr/>
        </p:nvSpPr>
        <p:spPr>
          <a:xfrm>
            <a:off x="2733675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noGrp="1"/>
          </p:cNvSpPr>
          <p:nvPr/>
        </p:nvSpPr>
        <p:spPr>
          <a:xfrm>
            <a:off x="2752725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noGrp="1"/>
          </p:cNvSpPr>
          <p:nvPr/>
        </p:nvSpPr>
        <p:spPr>
          <a:xfrm>
            <a:off x="5915025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3" name="文字_103">
            <a:extLst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noGrp="1"/>
          </p:cNvSpPr>
          <p:nvPr/>
        </p:nvSpPr>
        <p:spPr>
          <a:xfrm>
            <a:off x="5981700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noGrp="1"/>
          </p:cNvSpPr>
          <p:nvPr/>
        </p:nvSpPr>
        <p:spPr>
          <a:xfrm>
            <a:off x="6000750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noGrp="1"/>
          </p:cNvSpPr>
          <p:nvPr/>
        </p:nvSpPr>
        <p:spPr>
          <a:xfrm>
            <a:off x="5915025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6" name="文字_106">
            <a:extLst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noGrp="1"/>
          </p:cNvSpPr>
          <p:nvPr/>
        </p:nvSpPr>
        <p:spPr>
          <a:xfrm>
            <a:off x="5981700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noGrp="1"/>
          </p:cNvSpPr>
          <p:nvPr/>
        </p:nvSpPr>
        <p:spPr>
          <a:xfrm>
            <a:off x="6000750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noGrp="1"/>
          </p:cNvSpPr>
          <p:nvPr/>
        </p:nvSpPr>
        <p:spPr>
          <a:xfrm>
            <a:off x="5915025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9" name="文字_109">
            <a:extLst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noGrp="1"/>
          </p:cNvSpPr>
          <p:nvPr/>
        </p:nvSpPr>
        <p:spPr>
          <a:xfrm>
            <a:off x="5981700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noGrp="1"/>
          </p:cNvSpPr>
          <p:nvPr/>
        </p:nvSpPr>
        <p:spPr>
          <a:xfrm>
            <a:off x="6000750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noGrp="1"/>
          </p:cNvSpPr>
          <p:nvPr/>
        </p:nvSpPr>
        <p:spPr>
          <a:xfrm>
            <a:off x="5505450" y="12725400"/>
            <a:ext cx="257175" cy="17145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2" name="连接线_112">
            <a:extLst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noGrp="1"/>
          </p:cNvSpPr>
          <p:nvPr/>
        </p:nvSpPr>
        <p:spPr>
          <a:xfrm>
            <a:off x="4010025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连接线_113">
            <a:extLst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noGrp="1"/>
          </p:cNvSpPr>
          <p:nvPr/>
        </p:nvSpPr>
        <p:spPr>
          <a:xfrm>
            <a:off x="7258050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4" name="连接线_114">
            <a:extLst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noGrp="1"/>
          </p:cNvSpPr>
          <p:nvPr/>
        </p:nvSpPr>
        <p:spPr>
          <a:xfrm>
            <a:off x="4010025" y="144303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5" name="流程箭头_115">
            <a:extLst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noGrp="1"/>
          </p:cNvSpPr>
          <p:nvPr/>
        </p:nvSpPr>
        <p:spPr>
          <a:xfrm>
            <a:off x="5562600" y="14439900"/>
            <a:ext cx="152400" cy="200025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6" name="行为反馈更新有效运力、到达流与运输需求_116">
            <a:extLst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noGrp="1"/>
          </p:cNvSpPr>
          <p:nvPr/>
        </p:nvSpPr>
        <p:spPr>
          <a:xfrm>
            <a:off x="2578608" y="14678025"/>
            <a:ext cx="6108192" cy="619125"/>
          </a:xfrm>
          <a:prstGeom prst="roundRect">
            <a:avLst>
              <a:gd name="adj" fmla="val 15385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noGrp="1"/>
          </p:cNvSpPr>
          <p:nvPr/>
        </p:nvSpPr>
        <p:spPr>
          <a:xfrm>
            <a:off x="2645283" y="14763750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noGrp="1"/>
          </p:cNvSpPr>
          <p:nvPr/>
        </p:nvSpPr>
        <p:spPr>
          <a:xfrm>
            <a:off x="2664333" y="15068550"/>
            <a:ext cx="5936742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noGrp="1"/>
          </p:cNvSpPr>
          <p:nvPr/>
        </p:nvSpPr>
        <p:spPr>
          <a:xfrm>
            <a:off x="2578608" y="15335250"/>
            <a:ext cx="610819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noGrp="1"/>
          </p:cNvSpPr>
          <p:nvPr/>
        </p:nvSpPr>
        <p:spPr>
          <a:xfrm>
            <a:off x="2276475" y="1498282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1" name="连接线_121">
            <a:extLst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2" name="连接线_122">
            <a:extLst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3" name="流程箭头_123">
            <a:extLst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noGrp="1"/>
          </p:cNvSpPr>
          <p:nvPr/>
        </p:nvSpPr>
        <p:spPr>
          <a:xfrm>
            <a:off x="2419350" y="4552950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noGrp="1"/>
          </p:cNvSpPr>
          <p:nvPr/>
        </p:nvSpPr>
        <p:spPr>
          <a:xfrm>
            <a:off x="8686800" y="1498282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5" name="连接线_125">
            <a:extLst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noGrp="1"/>
          </p:cNvSpPr>
          <p:nvPr/>
        </p:nvSpPr>
        <p:spPr>
          <a:xfrm>
            <a:off x="90201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6" name="连接线_126">
            <a:extLst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noGrp="1"/>
          </p:cNvSpPr>
          <p:nvPr/>
        </p:nvSpPr>
        <p:spPr>
          <a:xfrm>
            <a:off x="8858250" y="4619625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7" name="流程箭头_127">
            <a:extLst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noGrp="1"/>
          </p:cNvSpPr>
          <p:nvPr/>
        </p:nvSpPr>
        <p:spPr>
          <a:xfrm>
            <a:off x="8686800" y="4552950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8" name="容器_128">
            <a:extLst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noGrp="1"/>
          </p:cNvSpPr>
          <p:nvPr/>
        </p:nvSpPr>
        <p:spPr>
          <a:xfrm>
            <a:off x="2124075" y="10391775"/>
            <a:ext cx="257175" cy="83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9" name="容器_129">
            <a:extLst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noGrp="1"/>
          </p:cNvSpPr>
          <p:nvPr/>
        </p:nvSpPr>
        <p:spPr>
          <a:xfrm>
            <a:off x="8877300" y="10877550"/>
            <a:ext cx="266700" cy="1114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0" name="文字_130">
            <a:extLst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noGrp="1"/>
          </p:cNvSpPr>
          <p:nvPr/>
        </p:nvSpPr>
        <p:spPr>
          <a:xfrm>
            <a:off x="2143125" y="9763125"/>
            <a:ext cx="238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noGrp="1"/>
          </p:cNvSpPr>
          <p:nvPr/>
        </p:nvSpPr>
        <p:spPr>
          <a:xfrm>
            <a:off x="8896350" y="10191750"/>
            <a:ext cx="2381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952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33" name="研究模块_133">
            <a:extLst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noGrp="1"/>
          </p:cNvSpPr>
          <p:nvPr/>
        </p:nvSpPr>
        <p:spPr>
          <a:xfrm>
            <a:off x="2395728" y="16002000"/>
            <a:ext cx="6473952" cy="75438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4" name="模块标题背景_134">
            <a:extLst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noGrp="1"/>
          </p:cNvSpPr>
          <p:nvPr/>
        </p:nvSpPr>
        <p:spPr>
          <a:xfrm>
            <a:off x="2459736" y="160660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5" name="模块标题_135">
            <a:extLst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noGrp="1"/>
          </p:cNvSpPr>
          <p:nvPr/>
        </p:nvSpPr>
        <p:spPr>
          <a:xfrm>
            <a:off x="2638425" y="160686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noGrp="1"/>
          </p:cNvSpPr>
          <p:nvPr/>
        </p:nvSpPr>
        <p:spPr>
          <a:xfrm>
            <a:off x="2578608" y="16554450"/>
            <a:ext cx="6108192" cy="790575"/>
          </a:xfrm>
          <a:prstGeom prst="roundRect">
            <a:avLst>
              <a:gd name="adj" fmla="val 1204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7" name="文字_137">
            <a:extLst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noGrp="1"/>
          </p:cNvSpPr>
          <p:nvPr/>
        </p:nvSpPr>
        <p:spPr>
          <a:xfrm>
            <a:off x="2645283" y="16640175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noGrp="1"/>
          </p:cNvSpPr>
          <p:nvPr/>
        </p:nvSpPr>
        <p:spPr>
          <a:xfrm>
            <a:off x="2664333" y="16983075"/>
            <a:ext cx="5936742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noGrp="1"/>
          </p:cNvSpPr>
          <p:nvPr/>
        </p:nvSpPr>
        <p:spPr>
          <a:xfrm>
            <a:off x="5562600" y="17383125"/>
            <a:ext cx="152400" cy="18097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融合运行与市场行为反馈的航运动态响应模型_140">
            <a:extLst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noGrp="1"/>
          </p:cNvSpPr>
          <p:nvPr/>
        </p:nvSpPr>
        <p:spPr>
          <a:xfrm>
            <a:off x="2578608" y="17592675"/>
            <a:ext cx="6108192" cy="1133475"/>
          </a:xfrm>
          <a:prstGeom prst="roundRect">
            <a:avLst>
              <a:gd name="adj" fmla="val 840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1" name="文字_141">
            <a:extLst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noGrp="1"/>
          </p:cNvSpPr>
          <p:nvPr/>
        </p:nvSpPr>
        <p:spPr>
          <a:xfrm>
            <a:off x="2645283" y="17678400"/>
            <a:ext cx="597484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noGrp="1"/>
          </p:cNvSpPr>
          <p:nvPr/>
        </p:nvSpPr>
        <p:spPr>
          <a:xfrm>
            <a:off x="2664333" y="18049875"/>
            <a:ext cx="5936742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noGrp="1"/>
          </p:cNvSpPr>
          <p:nvPr/>
        </p:nvSpPr>
        <p:spPr>
          <a:xfrm>
            <a:off x="5638800" y="18745200"/>
            <a:ext cx="19050" cy="95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4" name="连接线_144">
            <a:extLst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noGrp="1"/>
          </p:cNvSpPr>
          <p:nvPr/>
        </p:nvSpPr>
        <p:spPr>
          <a:xfrm>
            <a:off x="4010025" y="1884045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5" name="流程箭头_145">
            <a:extLst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noGrp="1"/>
          </p:cNvSpPr>
          <p:nvPr/>
        </p:nvSpPr>
        <p:spPr>
          <a:xfrm>
            <a:off x="3933825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流程箭头_146">
            <a:extLst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noGrp="1"/>
          </p:cNvSpPr>
          <p:nvPr/>
        </p:nvSpPr>
        <p:spPr>
          <a:xfrm>
            <a:off x="7181850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典型事件参数校准_147">
            <a:extLst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noGrp="1"/>
          </p:cNvSpPr>
          <p:nvPr/>
        </p:nvSpPr>
        <p:spPr>
          <a:xfrm>
            <a:off x="257860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8" name="文字_148">
            <a:extLst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noGrp="1"/>
          </p:cNvSpPr>
          <p:nvPr/>
        </p:nvSpPr>
        <p:spPr>
          <a:xfrm>
            <a:off x="264528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noGrp="1"/>
          </p:cNvSpPr>
          <p:nvPr/>
        </p:nvSpPr>
        <p:spPr>
          <a:xfrm>
            <a:off x="266433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noGrp="1"/>
          </p:cNvSpPr>
          <p:nvPr/>
        </p:nvSpPr>
        <p:spPr>
          <a:xfrm>
            <a:off x="582472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noGrp="1"/>
          </p:cNvSpPr>
          <p:nvPr/>
        </p:nvSpPr>
        <p:spPr>
          <a:xfrm>
            <a:off x="589140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noGrp="1"/>
          </p:cNvSpPr>
          <p:nvPr/>
        </p:nvSpPr>
        <p:spPr>
          <a:xfrm>
            <a:off x="591045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noGrp="1"/>
          </p:cNvSpPr>
          <p:nvPr/>
        </p:nvSpPr>
        <p:spPr>
          <a:xfrm>
            <a:off x="2276475" y="1971675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4" name="连接线_154">
            <a:extLst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5" name="流程箭头_155">
            <a:extLst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noGrp="1"/>
          </p:cNvSpPr>
          <p:nvPr/>
        </p:nvSpPr>
        <p:spPr>
          <a:xfrm>
            <a:off x="2419350" y="18030825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6" name="连接线_156">
            <a:extLst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7" name="连接线_157">
            <a:extLst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noGrp="1"/>
          </p:cNvSpPr>
          <p:nvPr/>
        </p:nvSpPr>
        <p:spPr>
          <a:xfrm>
            <a:off x="8686800" y="1971675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8" name="连接线_158">
            <a:extLst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noGrp="1"/>
          </p:cNvSpPr>
          <p:nvPr/>
        </p:nvSpPr>
        <p:spPr>
          <a:xfrm>
            <a:off x="90201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9" name="连接线_159">
            <a:extLst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noGrp="1"/>
          </p:cNvSpPr>
          <p:nvPr/>
        </p:nvSpPr>
        <p:spPr>
          <a:xfrm>
            <a:off x="8858250" y="18097500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0" name="流程箭头_160">
            <a:extLst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noGrp="1"/>
          </p:cNvSpPr>
          <p:nvPr/>
        </p:nvSpPr>
        <p:spPr>
          <a:xfrm>
            <a:off x="8686800" y="18030825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1" name="容器_161">
            <a:extLst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noGrp="1"/>
          </p:cNvSpPr>
          <p:nvPr/>
        </p:nvSpPr>
        <p:spPr>
          <a:xfrm>
            <a:off x="2124075" y="18888075"/>
            <a:ext cx="257175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2" name="容器_162">
            <a:extLst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noGrp="1"/>
          </p:cNvSpPr>
          <p:nvPr/>
        </p:nvSpPr>
        <p:spPr>
          <a:xfrm>
            <a:off x="8877300" y="18888075"/>
            <a:ext cx="266700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3" name="文字_163">
            <a:extLst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noGrp="1"/>
          </p:cNvSpPr>
          <p:nvPr/>
        </p:nvSpPr>
        <p:spPr>
          <a:xfrm>
            <a:off x="2143125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noGrp="1"/>
          </p:cNvSpPr>
          <p:nvPr/>
        </p:nvSpPr>
        <p:spPr>
          <a:xfrm>
            <a:off x="8896350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noGrp="1"/>
          </p:cNvSpPr>
          <p:nvPr/>
        </p:nvSpPr>
        <p:spPr>
          <a:xfrm>
            <a:off x="4010025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6" name="连接线_166">
            <a:extLst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noGrp="1"/>
          </p:cNvSpPr>
          <p:nvPr/>
        </p:nvSpPr>
        <p:spPr>
          <a:xfrm>
            <a:off x="7258050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7" name="连接线_167">
            <a:extLst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noGrp="1"/>
          </p:cNvSpPr>
          <p:nvPr/>
        </p:nvSpPr>
        <p:spPr>
          <a:xfrm>
            <a:off x="4010025" y="2065972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8" name="流程箭头_168">
            <a:extLst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noGrp="1"/>
          </p:cNvSpPr>
          <p:nvPr/>
        </p:nvSpPr>
        <p:spPr>
          <a:xfrm>
            <a:off x="5562600" y="20669250"/>
            <a:ext cx="152400" cy="2000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9" name="多情景传播与恢复推演_169">
            <a:extLst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noGrp="1"/>
          </p:cNvSpPr>
          <p:nvPr/>
        </p:nvSpPr>
        <p:spPr>
          <a:xfrm>
            <a:off x="2578608" y="20907375"/>
            <a:ext cx="6108192" cy="1066800"/>
          </a:xfrm>
          <a:prstGeom prst="roundRect">
            <a:avLst>
              <a:gd name="adj" fmla="val 8929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0" name="文字_170">
            <a:extLst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noGrp="1"/>
          </p:cNvSpPr>
          <p:nvPr/>
        </p:nvSpPr>
        <p:spPr>
          <a:xfrm>
            <a:off x="2645283" y="20993100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noGrp="1"/>
          </p:cNvSpPr>
          <p:nvPr/>
        </p:nvSpPr>
        <p:spPr>
          <a:xfrm>
            <a:off x="2664333" y="21336000"/>
            <a:ext cx="5936742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noGrp="1"/>
          </p:cNvSpPr>
          <p:nvPr/>
        </p:nvSpPr>
        <p:spPr>
          <a:xfrm>
            <a:off x="5562600" y="22002750"/>
            <a:ext cx="152400" cy="1524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73" name="供需失配与放大阈值_173">
            <a:extLst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noGrp="1"/>
          </p:cNvSpPr>
          <p:nvPr/>
        </p:nvSpPr>
        <p:spPr>
          <a:xfrm>
            <a:off x="2578608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4" name="文字_174">
            <a:extLst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noGrp="1"/>
          </p:cNvSpPr>
          <p:nvPr/>
        </p:nvSpPr>
        <p:spPr>
          <a:xfrm>
            <a:off x="2645283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noGrp="1"/>
          </p:cNvSpPr>
          <p:nvPr/>
        </p:nvSpPr>
        <p:spPr>
          <a:xfrm>
            <a:off x="2664333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noGrp="1"/>
          </p:cNvSpPr>
          <p:nvPr/>
        </p:nvSpPr>
        <p:spPr>
          <a:xfrm>
            <a:off x="4724400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7" name="文字_177">
            <a:extLst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noGrp="1"/>
          </p:cNvSpPr>
          <p:nvPr/>
        </p:nvSpPr>
        <p:spPr>
          <a:xfrm>
            <a:off x="4791075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noGrp="1"/>
          </p:cNvSpPr>
          <p:nvPr/>
        </p:nvSpPr>
        <p:spPr>
          <a:xfrm>
            <a:off x="4810125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noGrp="1"/>
          </p:cNvSpPr>
          <p:nvPr/>
        </p:nvSpPr>
        <p:spPr>
          <a:xfrm>
            <a:off x="6870192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0" name="文字_180">
            <a:extLst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noGrp="1"/>
          </p:cNvSpPr>
          <p:nvPr/>
        </p:nvSpPr>
        <p:spPr>
          <a:xfrm>
            <a:off x="6936867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noGrp="1"/>
          </p:cNvSpPr>
          <p:nvPr/>
        </p:nvSpPr>
        <p:spPr>
          <a:xfrm>
            <a:off x="6955917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noGrp="1"/>
          </p:cNvSpPr>
          <p:nvPr/>
        </p:nvSpPr>
        <p:spPr>
          <a:xfrm>
            <a:off x="9784080" y="1381125"/>
            <a:ext cx="2084832" cy="23336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3" name="文字_183">
            <a:extLst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noGrp="1"/>
          </p:cNvSpPr>
          <p:nvPr/>
        </p:nvSpPr>
        <p:spPr>
          <a:xfrm>
            <a:off x="9850755" y="146685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noGrp="1"/>
          </p:cNvSpPr>
          <p:nvPr/>
        </p:nvSpPr>
        <p:spPr>
          <a:xfrm>
            <a:off x="9869805" y="1952625"/>
            <a:ext cx="1913382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noGrp="1"/>
          </p:cNvSpPr>
          <p:nvPr/>
        </p:nvSpPr>
        <p:spPr>
          <a:xfrm>
            <a:off x="9784080" y="4143375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6" name="文字_186">
            <a:extLst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noGrp="1"/>
          </p:cNvSpPr>
          <p:nvPr/>
        </p:nvSpPr>
        <p:spPr>
          <a:xfrm>
            <a:off x="9850755" y="422910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noGrp="1"/>
          </p:cNvSpPr>
          <p:nvPr/>
        </p:nvSpPr>
        <p:spPr>
          <a:xfrm>
            <a:off x="9869805" y="4714875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noGrp="1"/>
          </p:cNvSpPr>
          <p:nvPr/>
        </p:nvSpPr>
        <p:spPr>
          <a:xfrm>
            <a:off x="9784080" y="70675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9" name="文字_189">
            <a:extLst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noGrp="1"/>
          </p:cNvSpPr>
          <p:nvPr/>
        </p:nvSpPr>
        <p:spPr>
          <a:xfrm>
            <a:off x="9850755" y="71532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noGrp="1"/>
          </p:cNvSpPr>
          <p:nvPr/>
        </p:nvSpPr>
        <p:spPr>
          <a:xfrm>
            <a:off x="9869805" y="76390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noGrp="1"/>
          </p:cNvSpPr>
          <p:nvPr/>
        </p:nvSpPr>
        <p:spPr>
          <a:xfrm>
            <a:off x="9784080" y="10858500"/>
            <a:ext cx="2084832" cy="242887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2" name="文字_192">
            <a:extLst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noGrp="1"/>
          </p:cNvSpPr>
          <p:nvPr/>
        </p:nvSpPr>
        <p:spPr>
          <a:xfrm>
            <a:off x="9850755" y="10944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noGrp="1"/>
          </p:cNvSpPr>
          <p:nvPr/>
        </p:nvSpPr>
        <p:spPr>
          <a:xfrm>
            <a:off x="9869805" y="11430000"/>
            <a:ext cx="1913382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noGrp="1"/>
          </p:cNvSpPr>
          <p:nvPr/>
        </p:nvSpPr>
        <p:spPr>
          <a:xfrm>
            <a:off x="9784080" y="13906500"/>
            <a:ext cx="2084832" cy="1619250"/>
          </a:xfrm>
          <a:prstGeom prst="roundRect">
            <a:avLst>
              <a:gd name="adj" fmla="val 588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5" name="文字_195">
            <a:extLst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noGrp="1"/>
          </p:cNvSpPr>
          <p:nvPr/>
        </p:nvSpPr>
        <p:spPr>
          <a:xfrm>
            <a:off x="9850755" y="13992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noGrp="1"/>
          </p:cNvSpPr>
          <p:nvPr/>
        </p:nvSpPr>
        <p:spPr>
          <a:xfrm>
            <a:off x="9869805" y="14478000"/>
            <a:ext cx="1913382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noGrp="1"/>
          </p:cNvSpPr>
          <p:nvPr/>
        </p:nvSpPr>
        <p:spPr>
          <a:xfrm>
            <a:off x="9784080" y="178117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8" name="文字_198">
            <a:extLst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noGrp="1"/>
          </p:cNvSpPr>
          <p:nvPr/>
        </p:nvSpPr>
        <p:spPr>
          <a:xfrm>
            <a:off x="9850755" y="178974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noGrp="1"/>
          </p:cNvSpPr>
          <p:nvPr/>
        </p:nvSpPr>
        <p:spPr>
          <a:xfrm>
            <a:off x="9869805" y="183832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noGrp="1"/>
          </p:cNvSpPr>
          <p:nvPr/>
        </p:nvSpPr>
        <p:spPr>
          <a:xfrm>
            <a:off x="9784080" y="20955000"/>
            <a:ext cx="2084832" cy="21431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1" name="文字_201">
            <a:extLst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noGrp="1"/>
          </p:cNvSpPr>
          <p:nvPr/>
        </p:nvSpPr>
        <p:spPr>
          <a:xfrm>
            <a:off x="9850755" y="210407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noGrp="1"/>
          </p:cNvSpPr>
          <p:nvPr/>
        </p:nvSpPr>
        <p:spPr>
          <a:xfrm>
            <a:off x="9869805" y="21526500"/>
            <a:ext cx="1913382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noGrp="1"/>
          </p:cNvSpPr>
          <p:nvPr/>
        </p:nvSpPr>
        <p:spPr>
          <a:xfrm>
            <a:off x="10753725" y="37814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4" name="流程箭头_204">
            <a:extLst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noGrp="1"/>
          </p:cNvSpPr>
          <p:nvPr/>
        </p:nvSpPr>
        <p:spPr>
          <a:xfrm>
            <a:off x="10753725" y="6534150"/>
            <a:ext cx="152400" cy="3619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5" name="流程箭头_205">
            <a:extLst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noGrp="1"/>
          </p:cNvSpPr>
          <p:nvPr/>
        </p:nvSpPr>
        <p:spPr>
          <a:xfrm>
            <a:off x="10753725" y="9372600"/>
            <a:ext cx="152400" cy="12382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6" name="流程箭头_206">
            <a:extLst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noGrp="1"/>
          </p:cNvSpPr>
          <p:nvPr/>
        </p:nvSpPr>
        <p:spPr>
          <a:xfrm>
            <a:off x="10753725" y="13401675"/>
            <a:ext cx="152400" cy="33337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7" name="流程箭头_207">
            <a:extLst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noGrp="1"/>
          </p:cNvSpPr>
          <p:nvPr/>
        </p:nvSpPr>
        <p:spPr>
          <a:xfrm>
            <a:off x="10753725" y="15659100"/>
            <a:ext cx="152400" cy="19145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8" name="流程箭头_208">
            <a:extLst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noGrp="1"/>
          </p:cNvSpPr>
          <p:nvPr/>
        </p:nvSpPr>
        <p:spPr>
          <a:xfrm>
            <a:off x="10753725" y="20126325"/>
            <a:ext cx="152400" cy="581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9" name="集成支撑_209">
            <a:extLst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noGrp="1"/>
          </p:cNvSpPr>
          <p:nvPr/>
        </p:nvSpPr>
        <p:spPr>
          <a:xfrm>
            <a:off x="9784080" y="23374350"/>
            <a:ext cx="2084832" cy="990600"/>
          </a:xfrm>
          <a:prstGeom prst="roundRect">
            <a:avLst>
              <a:gd name="adj" fmla="val 9615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10" name="文字_210">
            <a:extLst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noGrp="1"/>
          </p:cNvSpPr>
          <p:nvPr/>
        </p:nvSpPr>
        <p:spPr>
          <a:xfrm>
            <a:off x="9858375" y="23460075"/>
            <a:ext cx="19335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noGrp="1"/>
          </p:cNvSpPr>
          <p:nvPr/>
        </p:nvSpPr>
        <p:spPr>
          <a:xfrm>
            <a:off x="2395728" y="23622000"/>
            <a:ext cx="6473952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noGrp="1"/>
          </p:cNvSpPr>
          <p:nvPr/>
        </p:nvSpPr>
        <p:spPr>
          <a:xfrm>
            <a:off x="896112" y="246411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总标题_1">
            <a:extLst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数据侧栏_4">
            <a:extLst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noGrp="1"/>
          </p:cNvSpPr>
          <p:nvPr/>
        </p:nvSpPr>
        <p:spPr>
          <a:xfrm>
            <a:off x="329184" y="8349888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noGrp="1"/>
          </p:cNvSpPr>
          <p:nvPr/>
        </p:nvSpPr>
        <p:spPr>
          <a:xfrm>
            <a:off x="9198864" y="8191500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17335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noGrp="1"/>
          </p:cNvSpPr>
          <p:nvPr/>
        </p:nvSpPr>
        <p:spPr>
          <a:xfrm>
            <a:off x="972312" y="14478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noGrp="1"/>
          </p:cNvSpPr>
          <p:nvPr/>
        </p:nvSpPr>
        <p:spPr>
          <a:xfrm>
            <a:off x="1000887" y="1943100"/>
            <a:ext cx="97917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noGrp="1"/>
          </p:cNvSpPr>
          <p:nvPr/>
        </p:nvSpPr>
        <p:spPr>
          <a:xfrm>
            <a:off x="896112" y="3476625"/>
            <a:ext cx="1188720" cy="20383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noGrp="1"/>
          </p:cNvSpPr>
          <p:nvPr/>
        </p:nvSpPr>
        <p:spPr>
          <a:xfrm>
            <a:off x="972312" y="35433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noGrp="1"/>
          </p:cNvSpPr>
          <p:nvPr/>
        </p:nvSpPr>
        <p:spPr>
          <a:xfrm>
            <a:off x="1000887" y="4038600"/>
            <a:ext cx="97917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noGrp="1"/>
          </p:cNvSpPr>
          <p:nvPr/>
        </p:nvSpPr>
        <p:spPr>
          <a:xfrm>
            <a:off x="896112" y="5724525"/>
            <a:ext cx="1188720" cy="1571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noGrp="1"/>
          </p:cNvSpPr>
          <p:nvPr/>
        </p:nvSpPr>
        <p:spPr>
          <a:xfrm>
            <a:off x="972312" y="57912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noGrp="1"/>
          </p:cNvSpPr>
          <p:nvPr/>
        </p:nvSpPr>
        <p:spPr>
          <a:xfrm>
            <a:off x="1000887" y="6286500"/>
            <a:ext cx="97917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noGrp="1"/>
          </p:cNvSpPr>
          <p:nvPr/>
        </p:nvSpPr>
        <p:spPr>
          <a:xfrm>
            <a:off x="896112" y="8210550"/>
            <a:ext cx="1188720" cy="18288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noGrp="1"/>
          </p:cNvSpPr>
          <p:nvPr/>
        </p:nvSpPr>
        <p:spPr>
          <a:xfrm>
            <a:off x="972312" y="827722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noGrp="1"/>
          </p:cNvSpPr>
          <p:nvPr/>
        </p:nvSpPr>
        <p:spPr>
          <a:xfrm>
            <a:off x="1000887" y="8772525"/>
            <a:ext cx="97917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noGrp="1"/>
          </p:cNvSpPr>
          <p:nvPr/>
        </p:nvSpPr>
        <p:spPr>
          <a:xfrm>
            <a:off x="896112" y="14592300"/>
            <a:ext cx="1188720" cy="19431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noGrp="1"/>
          </p:cNvSpPr>
          <p:nvPr/>
        </p:nvSpPr>
        <p:spPr>
          <a:xfrm>
            <a:off x="972312" y="1465897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noGrp="1"/>
          </p:cNvSpPr>
          <p:nvPr/>
        </p:nvSpPr>
        <p:spPr>
          <a:xfrm>
            <a:off x="1000887" y="15154275"/>
            <a:ext cx="97917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66770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模块标题背景_28">
            <a:extLst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模块标题_29">
            <a:extLst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文字_31">
            <a:extLst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noGrp="1"/>
          </p:cNvSpPr>
          <p:nvPr/>
        </p:nvSpPr>
        <p:spPr>
          <a:xfrm>
            <a:off x="2654808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noGrp="1"/>
          </p:cNvSpPr>
          <p:nvPr/>
        </p:nvSpPr>
        <p:spPr>
          <a:xfrm>
            <a:off x="2683383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noGrp="1"/>
          </p:cNvSpPr>
          <p:nvPr/>
        </p:nvSpPr>
        <p:spPr>
          <a:xfrm>
            <a:off x="4829175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noGrp="1"/>
          </p:cNvSpPr>
          <p:nvPr/>
        </p:nvSpPr>
        <p:spPr>
          <a:xfrm>
            <a:off x="6946392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noGrp="1"/>
          </p:cNvSpPr>
          <p:nvPr/>
        </p:nvSpPr>
        <p:spPr>
          <a:xfrm>
            <a:off x="6974967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noGrp="1"/>
          </p:cNvSpPr>
          <p:nvPr/>
        </p:nvSpPr>
        <p:spPr>
          <a:xfrm>
            <a:off x="4431792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0" name="流程箭头_40">
            <a:extLst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noGrp="1"/>
          </p:cNvSpPr>
          <p:nvPr/>
        </p:nvSpPr>
        <p:spPr>
          <a:xfrm>
            <a:off x="6577584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1" name="连接线_41">
            <a:extLst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noGrp="1"/>
          </p:cNvSpPr>
          <p:nvPr/>
        </p:nvSpPr>
        <p:spPr>
          <a:xfrm>
            <a:off x="7778496" y="2428875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2" name="连接线_42">
            <a:extLst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2139696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连接线_43">
            <a:extLst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连接线_44">
            <a:extLst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noGrp="1"/>
          </p:cNvSpPr>
          <p:nvPr/>
        </p:nvSpPr>
        <p:spPr>
          <a:xfrm>
            <a:off x="4010025" y="26670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noGrp="1"/>
          </p:cNvSpPr>
          <p:nvPr/>
        </p:nvSpPr>
        <p:spPr>
          <a:xfrm>
            <a:off x="3933825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流程箭头_46">
            <a:extLst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noGrp="1"/>
          </p:cNvSpPr>
          <p:nvPr/>
        </p:nvSpPr>
        <p:spPr>
          <a:xfrm>
            <a:off x="7181850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noGrp="1"/>
          </p:cNvSpPr>
          <p:nvPr/>
        </p:nvSpPr>
        <p:spPr>
          <a:xfrm>
            <a:off x="257860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容器_48">
            <a:extLst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noGrp="1"/>
          </p:cNvSpPr>
          <p:nvPr/>
        </p:nvSpPr>
        <p:spPr>
          <a:xfrm>
            <a:off x="582472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noGrp="1"/>
          </p:cNvSpPr>
          <p:nvPr/>
        </p:nvSpPr>
        <p:spPr>
          <a:xfrm>
            <a:off x="2771775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noGrp="1"/>
          </p:cNvSpPr>
          <p:nvPr/>
        </p:nvSpPr>
        <p:spPr>
          <a:xfrm>
            <a:off x="2667000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noGrp="1"/>
          </p:cNvSpPr>
          <p:nvPr/>
        </p:nvSpPr>
        <p:spPr>
          <a:xfrm>
            <a:off x="2743200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noGrp="1"/>
          </p:cNvSpPr>
          <p:nvPr/>
        </p:nvSpPr>
        <p:spPr>
          <a:xfrm>
            <a:off x="2771775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noGrp="1"/>
          </p:cNvSpPr>
          <p:nvPr/>
        </p:nvSpPr>
        <p:spPr>
          <a:xfrm>
            <a:off x="2743200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noGrp="1"/>
          </p:cNvSpPr>
          <p:nvPr/>
        </p:nvSpPr>
        <p:spPr>
          <a:xfrm>
            <a:off x="2771775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noGrp="1"/>
          </p:cNvSpPr>
          <p:nvPr/>
        </p:nvSpPr>
        <p:spPr>
          <a:xfrm>
            <a:off x="5915025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noGrp="1"/>
          </p:cNvSpPr>
          <p:nvPr/>
        </p:nvSpPr>
        <p:spPr>
          <a:xfrm>
            <a:off x="5991225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noGrp="1"/>
          </p:cNvSpPr>
          <p:nvPr/>
        </p:nvSpPr>
        <p:spPr>
          <a:xfrm>
            <a:off x="5915025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noGrp="1"/>
          </p:cNvSpPr>
          <p:nvPr/>
        </p:nvSpPr>
        <p:spPr>
          <a:xfrm>
            <a:off x="5991225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noGrp="1"/>
          </p:cNvSpPr>
          <p:nvPr/>
        </p:nvSpPr>
        <p:spPr>
          <a:xfrm>
            <a:off x="6019800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noGrp="1"/>
          </p:cNvSpPr>
          <p:nvPr/>
        </p:nvSpPr>
        <p:spPr>
          <a:xfrm>
            <a:off x="5915025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noGrp="1"/>
          </p:cNvSpPr>
          <p:nvPr/>
        </p:nvSpPr>
        <p:spPr>
          <a:xfrm>
            <a:off x="5991225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noGrp="1"/>
          </p:cNvSpPr>
          <p:nvPr/>
        </p:nvSpPr>
        <p:spPr>
          <a:xfrm>
            <a:off x="6019800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noGrp="1"/>
          </p:cNvSpPr>
          <p:nvPr/>
        </p:nvSpPr>
        <p:spPr>
          <a:xfrm>
            <a:off x="4010025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noGrp="1"/>
          </p:cNvSpPr>
          <p:nvPr/>
        </p:nvSpPr>
        <p:spPr>
          <a:xfrm>
            <a:off x="7258050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连接线_71">
            <a:extLst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noGrp="1"/>
          </p:cNvSpPr>
          <p:nvPr/>
        </p:nvSpPr>
        <p:spPr>
          <a:xfrm>
            <a:off x="4010025" y="59817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noGrp="1"/>
          </p:cNvSpPr>
          <p:nvPr/>
        </p:nvSpPr>
        <p:spPr>
          <a:xfrm>
            <a:off x="5562600" y="5991225"/>
            <a:ext cx="152400" cy="1333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3" name="供需失配与运输服务响应_73">
            <a:extLst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noGrp="1"/>
          </p:cNvSpPr>
          <p:nvPr/>
        </p:nvSpPr>
        <p:spPr>
          <a:xfrm>
            <a:off x="2578608" y="6191250"/>
            <a:ext cx="6108192" cy="1152525"/>
          </a:xfrm>
          <a:prstGeom prst="roundRect">
            <a:avLst>
              <a:gd name="adj" fmla="val 82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noGrp="1"/>
          </p:cNvSpPr>
          <p:nvPr/>
        </p:nvSpPr>
        <p:spPr>
          <a:xfrm>
            <a:off x="2654808" y="62579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noGrp="1"/>
          </p:cNvSpPr>
          <p:nvPr/>
        </p:nvSpPr>
        <p:spPr>
          <a:xfrm>
            <a:off x="2683383" y="6600825"/>
            <a:ext cx="5898642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noGrp="1"/>
          </p:cNvSpPr>
          <p:nvPr/>
        </p:nvSpPr>
        <p:spPr>
          <a:xfrm>
            <a:off x="5562600" y="7486650"/>
            <a:ext cx="152400" cy="1524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noGrp="1"/>
          </p:cNvSpPr>
          <p:nvPr/>
        </p:nvSpPr>
        <p:spPr>
          <a:xfrm>
            <a:off x="2395728" y="7658100"/>
            <a:ext cx="6473952" cy="3800475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noGrp="1"/>
          </p:cNvSpPr>
          <p:nvPr/>
        </p:nvSpPr>
        <p:spPr>
          <a:xfrm>
            <a:off x="2459736" y="77221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noGrp="1"/>
          </p:cNvSpPr>
          <p:nvPr/>
        </p:nvSpPr>
        <p:spPr>
          <a:xfrm>
            <a:off x="2638425" y="77247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noGrp="1"/>
          </p:cNvSpPr>
          <p:nvPr/>
        </p:nvSpPr>
        <p:spPr>
          <a:xfrm>
            <a:off x="2578608" y="821055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noGrp="1"/>
          </p:cNvSpPr>
          <p:nvPr/>
        </p:nvSpPr>
        <p:spPr>
          <a:xfrm>
            <a:off x="2654808" y="827722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noGrp="1"/>
          </p:cNvSpPr>
          <p:nvPr/>
        </p:nvSpPr>
        <p:spPr>
          <a:xfrm>
            <a:off x="2683383" y="858202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noGrp="1"/>
          </p:cNvSpPr>
          <p:nvPr/>
        </p:nvSpPr>
        <p:spPr>
          <a:xfrm>
            <a:off x="5638800" y="8867775"/>
            <a:ext cx="19050" cy="1143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noGrp="1"/>
          </p:cNvSpPr>
          <p:nvPr/>
        </p:nvSpPr>
        <p:spPr>
          <a:xfrm>
            <a:off x="4010025" y="89820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流程箭头_85">
            <a:extLst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noGrp="1"/>
          </p:cNvSpPr>
          <p:nvPr/>
        </p:nvSpPr>
        <p:spPr>
          <a:xfrm>
            <a:off x="3933825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6" name="流程箭头_86">
            <a:extLst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noGrp="1"/>
          </p:cNvSpPr>
          <p:nvPr/>
        </p:nvSpPr>
        <p:spPr>
          <a:xfrm>
            <a:off x="7181850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7" name="船舶组织调整_87">
            <a:extLst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noGrp="1"/>
          </p:cNvSpPr>
          <p:nvPr/>
        </p:nvSpPr>
        <p:spPr>
          <a:xfrm>
            <a:off x="257860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8" name="文字_88">
            <a:extLst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noGrp="1"/>
          </p:cNvSpPr>
          <p:nvPr/>
        </p:nvSpPr>
        <p:spPr>
          <a:xfrm>
            <a:off x="265480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noGrp="1"/>
          </p:cNvSpPr>
          <p:nvPr/>
        </p:nvSpPr>
        <p:spPr>
          <a:xfrm>
            <a:off x="268338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noGrp="1"/>
          </p:cNvSpPr>
          <p:nvPr/>
        </p:nvSpPr>
        <p:spPr>
          <a:xfrm>
            <a:off x="582472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noGrp="1"/>
          </p:cNvSpPr>
          <p:nvPr/>
        </p:nvSpPr>
        <p:spPr>
          <a:xfrm>
            <a:off x="590092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noGrp="1"/>
          </p:cNvSpPr>
          <p:nvPr/>
        </p:nvSpPr>
        <p:spPr>
          <a:xfrm>
            <a:off x="592950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noGrp="1"/>
          </p:cNvSpPr>
          <p:nvPr/>
        </p:nvSpPr>
        <p:spPr>
          <a:xfrm>
            <a:off x="4010025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4" name="连接线_94">
            <a:extLst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noGrp="1"/>
          </p:cNvSpPr>
          <p:nvPr/>
        </p:nvSpPr>
        <p:spPr>
          <a:xfrm>
            <a:off x="7258050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5" name="连接线_95">
            <a:extLst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noGrp="1"/>
          </p:cNvSpPr>
          <p:nvPr/>
        </p:nvSpPr>
        <p:spPr>
          <a:xfrm>
            <a:off x="4010025" y="104679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6" name="流程箭头_96">
            <a:extLst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noGrp="1"/>
          </p:cNvSpPr>
          <p:nvPr/>
        </p:nvSpPr>
        <p:spPr>
          <a:xfrm>
            <a:off x="5562600" y="10477500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7" name="组织调整对运行的反馈_97">
            <a:extLst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noGrp="1"/>
          </p:cNvSpPr>
          <p:nvPr/>
        </p:nvSpPr>
        <p:spPr>
          <a:xfrm>
            <a:off x="2578608" y="1066800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noGrp="1"/>
          </p:cNvSpPr>
          <p:nvPr/>
        </p:nvSpPr>
        <p:spPr>
          <a:xfrm>
            <a:off x="2654808" y="1073467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noGrp="1"/>
          </p:cNvSpPr>
          <p:nvPr/>
        </p:nvSpPr>
        <p:spPr>
          <a:xfrm>
            <a:off x="2683383" y="1103947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noGrp="1"/>
          </p:cNvSpPr>
          <p:nvPr/>
        </p:nvSpPr>
        <p:spPr>
          <a:xfrm>
            <a:off x="2276475" y="1100137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1" name="连接线_101">
            <a:extLst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2" name="连接线_102">
            <a:extLst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3" name="流程箭头_103">
            <a:extLst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4" name="连接线_104">
            <a:extLst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noGrp="1"/>
          </p:cNvSpPr>
          <p:nvPr/>
        </p:nvSpPr>
        <p:spPr>
          <a:xfrm>
            <a:off x="8686800" y="1100137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5" name="连接线_105">
            <a:extLst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noGrp="1"/>
          </p:cNvSpPr>
          <p:nvPr/>
        </p:nvSpPr>
        <p:spPr>
          <a:xfrm>
            <a:off x="90201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6" name="连接线_106">
            <a:extLst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7" name="流程箭头_107">
            <a:extLst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noGrp="1"/>
          </p:cNvSpPr>
          <p:nvPr/>
        </p:nvSpPr>
        <p:spPr>
          <a:xfrm>
            <a:off x="8686800" y="3686175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8" name="容器_108">
            <a:extLst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noGrp="1"/>
          </p:cNvSpPr>
          <p:nvPr/>
        </p:nvSpPr>
        <p:spPr>
          <a:xfrm>
            <a:off x="213360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9" name="容器_109">
            <a:extLst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noGrp="1"/>
          </p:cNvSpPr>
          <p:nvPr/>
        </p:nvSpPr>
        <p:spPr>
          <a:xfrm>
            <a:off x="889635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noGrp="1"/>
          </p:cNvSpPr>
          <p:nvPr/>
        </p:nvSpPr>
        <p:spPr>
          <a:xfrm>
            <a:off x="214312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noGrp="1"/>
          </p:cNvSpPr>
          <p:nvPr/>
        </p:nvSpPr>
        <p:spPr>
          <a:xfrm>
            <a:off x="890587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noGrp="1"/>
          </p:cNvSpPr>
          <p:nvPr/>
        </p:nvSpPr>
        <p:spPr>
          <a:xfrm>
            <a:off x="5562600" y="11477625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研究模块_113">
            <a:extLst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noGrp="1"/>
          </p:cNvSpPr>
          <p:nvPr/>
        </p:nvSpPr>
        <p:spPr>
          <a:xfrm>
            <a:off x="2395728" y="11630025"/>
            <a:ext cx="6473952" cy="69913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4" name="模块标题背景_114">
            <a:extLst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noGrp="1"/>
          </p:cNvSpPr>
          <p:nvPr/>
        </p:nvSpPr>
        <p:spPr>
          <a:xfrm>
            <a:off x="2459736" y="1169403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5" name="模块标题_115">
            <a:extLst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noGrp="1"/>
          </p:cNvSpPr>
          <p:nvPr/>
        </p:nvSpPr>
        <p:spPr>
          <a:xfrm>
            <a:off x="2638425" y="1169670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noGrp="1"/>
          </p:cNvSpPr>
          <p:nvPr/>
        </p:nvSpPr>
        <p:spPr>
          <a:xfrm>
            <a:off x="2578608" y="12182475"/>
            <a:ext cx="6108192" cy="895350"/>
          </a:xfrm>
          <a:prstGeom prst="roundRect">
            <a:avLst>
              <a:gd name="adj" fmla="val 1063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noGrp="1"/>
          </p:cNvSpPr>
          <p:nvPr/>
        </p:nvSpPr>
        <p:spPr>
          <a:xfrm>
            <a:off x="2654808" y="12249150"/>
            <a:ext cx="595579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noGrp="1"/>
          </p:cNvSpPr>
          <p:nvPr/>
        </p:nvSpPr>
        <p:spPr>
          <a:xfrm>
            <a:off x="2683383" y="12573000"/>
            <a:ext cx="5898642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noGrp="1"/>
          </p:cNvSpPr>
          <p:nvPr/>
        </p:nvSpPr>
        <p:spPr>
          <a:xfrm>
            <a:off x="5562600" y="1313497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0" name="航运动态响应模型_120">
            <a:extLst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noGrp="1"/>
          </p:cNvSpPr>
          <p:nvPr/>
        </p:nvSpPr>
        <p:spPr>
          <a:xfrm>
            <a:off x="2578608" y="13315950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1" name="文字_121">
            <a:extLst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noGrp="1"/>
          </p:cNvSpPr>
          <p:nvPr/>
        </p:nvSpPr>
        <p:spPr>
          <a:xfrm>
            <a:off x="2654808" y="133826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noGrp="1"/>
          </p:cNvSpPr>
          <p:nvPr/>
        </p:nvSpPr>
        <p:spPr>
          <a:xfrm>
            <a:off x="2683383" y="13725525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noGrp="1"/>
          </p:cNvSpPr>
          <p:nvPr/>
        </p:nvSpPr>
        <p:spPr>
          <a:xfrm>
            <a:off x="5638800" y="14249400"/>
            <a:ext cx="19050" cy="1143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noGrp="1"/>
          </p:cNvSpPr>
          <p:nvPr/>
        </p:nvSpPr>
        <p:spPr>
          <a:xfrm>
            <a:off x="4010025" y="1436370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5" name="流程箭头_125">
            <a:extLst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noGrp="1"/>
          </p:cNvSpPr>
          <p:nvPr/>
        </p:nvSpPr>
        <p:spPr>
          <a:xfrm>
            <a:off x="3933825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6" name="流程箭头_126">
            <a:extLst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noGrp="1"/>
          </p:cNvSpPr>
          <p:nvPr/>
        </p:nvSpPr>
        <p:spPr>
          <a:xfrm>
            <a:off x="7181850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7" name="典型事件校准_127">
            <a:extLst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noGrp="1"/>
          </p:cNvSpPr>
          <p:nvPr/>
        </p:nvSpPr>
        <p:spPr>
          <a:xfrm>
            <a:off x="257860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8" name="文字_128">
            <a:extLst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noGrp="1"/>
          </p:cNvSpPr>
          <p:nvPr/>
        </p:nvSpPr>
        <p:spPr>
          <a:xfrm>
            <a:off x="265480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noGrp="1"/>
          </p:cNvSpPr>
          <p:nvPr/>
        </p:nvSpPr>
        <p:spPr>
          <a:xfrm>
            <a:off x="268338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noGrp="1"/>
          </p:cNvSpPr>
          <p:nvPr/>
        </p:nvSpPr>
        <p:spPr>
          <a:xfrm>
            <a:off x="582472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noGrp="1"/>
          </p:cNvSpPr>
          <p:nvPr/>
        </p:nvSpPr>
        <p:spPr>
          <a:xfrm>
            <a:off x="590092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noGrp="1"/>
          </p:cNvSpPr>
          <p:nvPr/>
        </p:nvSpPr>
        <p:spPr>
          <a:xfrm>
            <a:off x="592950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noGrp="1"/>
          </p:cNvSpPr>
          <p:nvPr/>
        </p:nvSpPr>
        <p:spPr>
          <a:xfrm>
            <a:off x="2276475" y="1516380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4" name="连接线_134">
            <a:extLst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5" name="连接线_135">
            <a:extLst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6" name="流程箭头_136">
            <a:extLst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noGrp="1"/>
          </p:cNvSpPr>
          <p:nvPr/>
        </p:nvSpPr>
        <p:spPr>
          <a:xfrm>
            <a:off x="2419350" y="13716000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7" name="连接线_137">
            <a:extLst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noGrp="1"/>
          </p:cNvSpPr>
          <p:nvPr/>
        </p:nvSpPr>
        <p:spPr>
          <a:xfrm>
            <a:off x="8686800" y="1516380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8" name="连接线_138">
            <a:extLst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noGrp="1"/>
          </p:cNvSpPr>
          <p:nvPr/>
        </p:nvSpPr>
        <p:spPr>
          <a:xfrm>
            <a:off x="90201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9" name="连接线_139">
            <a:extLst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noGrp="1"/>
          </p:cNvSpPr>
          <p:nvPr/>
        </p:nvSpPr>
        <p:spPr>
          <a:xfrm>
            <a:off x="8858250" y="13782675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流程箭头_140">
            <a:extLst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noGrp="1"/>
          </p:cNvSpPr>
          <p:nvPr/>
        </p:nvSpPr>
        <p:spPr>
          <a:xfrm>
            <a:off x="8686800" y="13716000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1" name="容器_141">
            <a:extLst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noGrp="1"/>
          </p:cNvSpPr>
          <p:nvPr/>
        </p:nvSpPr>
        <p:spPr>
          <a:xfrm>
            <a:off x="213360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2" name="容器_142">
            <a:extLst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noGrp="1"/>
          </p:cNvSpPr>
          <p:nvPr/>
        </p:nvSpPr>
        <p:spPr>
          <a:xfrm>
            <a:off x="889635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3" name="文字_143">
            <a:extLst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noGrp="1"/>
          </p:cNvSpPr>
          <p:nvPr/>
        </p:nvSpPr>
        <p:spPr>
          <a:xfrm>
            <a:off x="214312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noGrp="1"/>
          </p:cNvSpPr>
          <p:nvPr/>
        </p:nvSpPr>
        <p:spPr>
          <a:xfrm>
            <a:off x="890587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noGrp="1"/>
          </p:cNvSpPr>
          <p:nvPr/>
        </p:nvSpPr>
        <p:spPr>
          <a:xfrm>
            <a:off x="4010025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连接线_146">
            <a:extLst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noGrp="1"/>
          </p:cNvSpPr>
          <p:nvPr/>
        </p:nvSpPr>
        <p:spPr>
          <a:xfrm>
            <a:off x="7258050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连接线_147">
            <a:extLst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noGrp="1"/>
          </p:cNvSpPr>
          <p:nvPr/>
        </p:nvSpPr>
        <p:spPr>
          <a:xfrm>
            <a:off x="4010025" y="1587817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8" name="流程箭头_148">
            <a:extLst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9" name="多情景传播与恢复响应_149">
            <a:extLst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noGrp="1"/>
          </p:cNvSpPr>
          <p:nvPr/>
        </p:nvSpPr>
        <p:spPr>
          <a:xfrm>
            <a:off x="2578608" y="16068675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0" name="文字_150">
            <a:extLst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noGrp="1"/>
          </p:cNvSpPr>
          <p:nvPr/>
        </p:nvSpPr>
        <p:spPr>
          <a:xfrm>
            <a:off x="2654808" y="16135350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 err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 dirty="0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noGrp="1"/>
          </p:cNvSpPr>
          <p:nvPr/>
        </p:nvSpPr>
        <p:spPr>
          <a:xfrm>
            <a:off x="2683383" y="16478250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noGrp="1"/>
          </p:cNvSpPr>
          <p:nvPr/>
        </p:nvSpPr>
        <p:spPr>
          <a:xfrm>
            <a:off x="5562600" y="1707832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3" name="供需失配与阈值_153">
            <a:extLst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noGrp="1"/>
          </p:cNvSpPr>
          <p:nvPr/>
        </p:nvSpPr>
        <p:spPr>
          <a:xfrm>
            <a:off x="2578608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4" name="文字_154">
            <a:extLst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noGrp="1"/>
          </p:cNvSpPr>
          <p:nvPr/>
        </p:nvSpPr>
        <p:spPr>
          <a:xfrm>
            <a:off x="2654808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noGrp="1"/>
          </p:cNvSpPr>
          <p:nvPr/>
        </p:nvSpPr>
        <p:spPr>
          <a:xfrm>
            <a:off x="2683383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noGrp="1"/>
          </p:cNvSpPr>
          <p:nvPr/>
        </p:nvSpPr>
        <p:spPr>
          <a:xfrm>
            <a:off x="4724400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7" name="文字_157">
            <a:extLst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noGrp="1"/>
          </p:cNvSpPr>
          <p:nvPr/>
        </p:nvSpPr>
        <p:spPr>
          <a:xfrm>
            <a:off x="4800600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noGrp="1"/>
          </p:cNvSpPr>
          <p:nvPr/>
        </p:nvSpPr>
        <p:spPr>
          <a:xfrm>
            <a:off x="4829175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noGrp="1"/>
          </p:cNvSpPr>
          <p:nvPr/>
        </p:nvSpPr>
        <p:spPr>
          <a:xfrm>
            <a:off x="6870192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0" name="文字_160">
            <a:extLst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noGrp="1"/>
          </p:cNvSpPr>
          <p:nvPr/>
        </p:nvSpPr>
        <p:spPr>
          <a:xfrm>
            <a:off x="6946392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noGrp="1"/>
          </p:cNvSpPr>
          <p:nvPr/>
        </p:nvSpPr>
        <p:spPr>
          <a:xfrm>
            <a:off x="6974967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2000" name="核心成果_1">
            <a:extLst xmlns:a="http://schemas.openxmlformats.org/drawingml/2006/main">
              <a:ext uri="{FF2B5EF4-FFF2-40B4-BE49-F238E27FC236}">
                <a16:creationId xmlns:a16="http://schemas.microsoft.com/office/drawing/2014/main" id="{3783E2D8-1E1D-47CA-9FF8-8A79EDC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238500"/>
            <a:ext cx="2084832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01" name="成果文字_2">
            <a:extLst xmlns:a="http://schemas.openxmlformats.org/drawingml/2006/main">
              <a:ext uri="{FF2B5EF4-FFF2-40B4-BE49-F238E27FC236}">
                <a16:creationId xmlns:a16="http://schemas.microsoft.com/office/drawing/2014/main" id="{48C9F03C-1808-4C3A-9488-5ACD488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30517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航运能力与需求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</p:txBody>
      </p:sp>
      <p:sp>
        <p:nvSpPr>
          <p:cNvPr id="2002" name="成果文字_3">
            <a:extLst xmlns:a="http://schemas.openxmlformats.org/drawingml/2006/main">
              <a:ext uri="{FF2B5EF4-FFF2-40B4-BE49-F238E27FC236}">
                <a16:creationId xmlns:a16="http://schemas.microsoft.com/office/drawing/2014/main" id="{F8FCBF3B-78E4-432E-B28C-A219AD8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876675"/>
            <a:ext cx="1875282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耦合通航能力与需求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刻画排队与服务变化</a:t>
            </a:r>
          </a:p>
        </p:txBody>
      </p:sp>
      <p:sp>
        <p:nvSpPr>
          <p:cNvPr id="2003" name="核心成果_4">
            <a:extLst xmlns:a="http://schemas.openxmlformats.org/drawingml/2006/main">
              <a:ext uri="{FF2B5EF4-FFF2-40B4-BE49-F238E27FC236}">
                <a16:creationId xmlns:a16="http://schemas.microsoft.com/office/drawing/2014/main" id="{78C430A2-25A0-416F-B47B-4C4AC4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8858250"/>
            <a:ext cx="2084832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04" name="成果文字_5">
            <a:extLst xmlns:a="http://schemas.openxmlformats.org/drawingml/2006/main">
              <a:ext uri="{FF2B5EF4-FFF2-40B4-BE49-F238E27FC236}">
                <a16:creationId xmlns:a16="http://schemas.microsoft.com/office/drawing/2014/main" id="{2C3827DE-3FC2-48D7-B6C5-E16CBCA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892492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2005" name="成果文字_6">
            <a:extLst xmlns:a="http://schemas.openxmlformats.org/drawingml/2006/main">
              <a:ext uri="{FF2B5EF4-FFF2-40B4-BE49-F238E27FC236}">
                <a16:creationId xmlns:a16="http://schemas.microsoft.com/office/drawing/2014/main" id="{20B9B707-AD53-410A-B2B5-C8B7BFB9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9496425"/>
            <a:ext cx="1875282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反馈运力与到达变化</a:t>
            </a:r>
          </a:p>
        </p:txBody>
      </p:sp>
      <p:sp>
        <p:nvSpPr>
          <p:cNvPr id="2006" name="核心成果_7">
            <a:extLst xmlns:a="http://schemas.openxmlformats.org/drawingml/2006/main">
              <a:ext uri="{FF2B5EF4-FFF2-40B4-BE49-F238E27FC236}">
                <a16:creationId xmlns:a16="http://schemas.microsoft.com/office/drawing/2014/main" id="{A983E9E4-5EDD-4B8B-B031-CD801210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097000"/>
            <a:ext cx="2084832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07" name="成果文字_8">
            <a:extLst xmlns:a="http://schemas.openxmlformats.org/drawingml/2006/main">
              <a:ext uri="{FF2B5EF4-FFF2-40B4-BE49-F238E27FC236}">
                <a16:creationId xmlns:a16="http://schemas.microsoft.com/office/drawing/2014/main" id="{DF01AA62-7073-428F-B1A5-F68010F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163675"/>
            <a:ext cx="193243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动态推演技术</a:t>
            </a:r>
          </a:p>
        </p:txBody>
      </p:sp>
      <p:sp>
        <p:nvSpPr>
          <p:cNvPr id="2008" name="成果文字_9">
            <a:extLst xmlns:a="http://schemas.openxmlformats.org/drawingml/2006/main">
              <a:ext uri="{FF2B5EF4-FFF2-40B4-BE49-F238E27FC236}">
                <a16:creationId xmlns:a16="http://schemas.microsoft.com/office/drawing/2014/main" id="{409BC3CC-D6F4-4703-9DF7-CD938C4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4735175"/>
            <a:ext cx="1875282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集成航运动态响应模型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推演波动传播与恢复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完成模型校准与验证</a:t>
            </a:r>
          </a:p>
        </p:txBody>
      </p:sp>
    </p:spTree>
    <p:extLst>
      <p:ext uri="{BB962C8B-B14F-4D97-AF65-F5344CB8AC3E}">
        <p14:creationId xmlns:p14="http://schemas.microsoft.com/office/powerpoint/2010/main" val="95280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959</Words>
  <Application>Microsoft Office PowerPoint</Application>
  <PresentationFormat>自定义</PresentationFormat>
  <Paragraphs>527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Arial</vt:lpstr>
      <vt:lpstr>Calibri</vt:lpstr>
      <vt:lpstr>Office Theme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9</cp:revision>
  <dcterms:created xsi:type="dcterms:W3CDTF">2013-01-27T09:14:16Z</dcterms:created>
  <dcterms:modified xsi:type="dcterms:W3CDTF">2026-10-05T04:56:29Z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